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6"/>
  </p:notesMasterIdLst>
  <p:sldIdLst>
    <p:sldId id="266" r:id="rId5"/>
  </p:sldIdLst>
  <p:sldSz cx="32918400" cy="38404800"/>
  <p:notesSz cx="7102475" cy="8991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96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0019"/>
    <a:srgbClr val="DEEAE0"/>
    <a:srgbClr val="FAF8D1"/>
    <a:srgbClr val="F4F6FA"/>
    <a:srgbClr val="E7EBDD"/>
    <a:srgbClr val="F6E9C8"/>
    <a:srgbClr val="C0E4C2"/>
    <a:srgbClr val="FDC545"/>
    <a:srgbClr val="EBE8DA"/>
    <a:srgbClr val="E8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C1D0AD-05FF-451F-B428-13FDE8FBA797}" v="14" dt="2026-05-26T17:15:06.9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531" autoAdjust="0"/>
    <p:restoredTop sz="95033" autoAdjust="0"/>
  </p:normalViewPr>
  <p:slideViewPr>
    <p:cSldViewPr>
      <p:cViewPr varScale="1">
        <p:scale>
          <a:sx n="15" d="100"/>
          <a:sy n="15" d="100"/>
        </p:scale>
        <p:origin x="379" y="10"/>
      </p:cViewPr>
      <p:guideLst>
        <p:guide orient="horz" pos="12096"/>
        <p:guide pos="10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>
      <p:cViewPr varScale="1">
        <p:scale>
          <a:sx n="101" d="100"/>
          <a:sy n="101" d="100"/>
        </p:scale>
        <p:origin x="416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y, Samrat Kumar (MU-Student)" userId="7cbadb04-92b8-49b2-9bcd-b558f686a928" providerId="ADAL" clId="{EFEA03D6-19D9-4E8C-8076-D8A852ED9410}"/>
    <pc:docChg chg="undo redo custSel addSld delSld modSld modMainMaster modNotesMaster">
      <pc:chgData name="Dey, Samrat Kumar (MU-Student)" userId="7cbadb04-92b8-49b2-9bcd-b558f686a928" providerId="ADAL" clId="{EFEA03D6-19D9-4E8C-8076-D8A852ED9410}" dt="2026-05-27T06:56:27.341" v="5507" actId="478"/>
      <pc:docMkLst>
        <pc:docMk/>
      </pc:docMkLst>
      <pc:sldChg chg="addSp delSp modSp mod modNotesTx">
        <pc:chgData name="Dey, Samrat Kumar (MU-Student)" userId="7cbadb04-92b8-49b2-9bcd-b558f686a928" providerId="ADAL" clId="{EFEA03D6-19D9-4E8C-8076-D8A852ED9410}" dt="2026-05-27T06:56:27.341" v="5507" actId="478"/>
        <pc:sldMkLst>
          <pc:docMk/>
          <pc:sldMk cId="3490554068" sldId="266"/>
        </pc:sldMkLst>
        <pc:spChg chg="mod">
          <ac:chgData name="Dey, Samrat Kumar (MU-Student)" userId="7cbadb04-92b8-49b2-9bcd-b558f686a928" providerId="ADAL" clId="{EFEA03D6-19D9-4E8C-8076-D8A852ED9410}" dt="2026-05-20T16:42:58.473" v="3167" actId="1076"/>
          <ac:spMkLst>
            <pc:docMk/>
            <pc:sldMk cId="3490554068" sldId="266"/>
            <ac:spMk id="2" creationId="{89DF2A18-550A-0F98-F1DA-A591C15DC7A7}"/>
          </ac:spMkLst>
        </pc:spChg>
        <pc:spChg chg="add mod">
          <ac:chgData name="Dey, Samrat Kumar (MU-Student)" userId="7cbadb04-92b8-49b2-9bcd-b558f686a928" providerId="ADAL" clId="{EFEA03D6-19D9-4E8C-8076-D8A852ED9410}" dt="2026-05-26T04:59:03.594" v="4946" actId="571"/>
          <ac:spMkLst>
            <pc:docMk/>
            <pc:sldMk cId="3490554068" sldId="266"/>
            <ac:spMk id="5" creationId="{A39792AF-83E8-DB98-3F40-271179DD0B1D}"/>
          </ac:spMkLst>
        </pc:spChg>
        <pc:spChg chg="add mod">
          <ac:chgData name="Dey, Samrat Kumar (MU-Student)" userId="7cbadb04-92b8-49b2-9bcd-b558f686a928" providerId="ADAL" clId="{EFEA03D6-19D9-4E8C-8076-D8A852ED9410}" dt="2026-05-26T05:14:51.172" v="5085" actId="1035"/>
          <ac:spMkLst>
            <pc:docMk/>
            <pc:sldMk cId="3490554068" sldId="266"/>
            <ac:spMk id="9" creationId="{B45010E7-487F-2E0E-B871-52F4BC1B03F0}"/>
          </ac:spMkLst>
        </pc:spChg>
        <pc:spChg chg="add mod">
          <ac:chgData name="Dey, Samrat Kumar (MU-Student)" userId="7cbadb04-92b8-49b2-9bcd-b558f686a928" providerId="ADAL" clId="{EFEA03D6-19D9-4E8C-8076-D8A852ED9410}" dt="2026-05-26T05:16:17.757" v="5093" actId="1076"/>
          <ac:spMkLst>
            <pc:docMk/>
            <pc:sldMk cId="3490554068" sldId="266"/>
            <ac:spMk id="10" creationId="{5A9F0918-7A4D-629D-077E-2C1E8CE01044}"/>
          </ac:spMkLst>
        </pc:spChg>
        <pc:spChg chg="add mod">
          <ac:chgData name="Dey, Samrat Kumar (MU-Student)" userId="7cbadb04-92b8-49b2-9bcd-b558f686a928" providerId="ADAL" clId="{EFEA03D6-19D9-4E8C-8076-D8A852ED9410}" dt="2026-05-26T05:16:43.670" v="5096" actId="1035"/>
          <ac:spMkLst>
            <pc:docMk/>
            <pc:sldMk cId="3490554068" sldId="266"/>
            <ac:spMk id="11" creationId="{AF440D77-6AB8-01B2-6D03-88B501BAD64E}"/>
          </ac:spMkLst>
        </pc:spChg>
        <pc:spChg chg="add mod">
          <ac:chgData name="Dey, Samrat Kumar (MU-Student)" userId="7cbadb04-92b8-49b2-9bcd-b558f686a928" providerId="ADAL" clId="{EFEA03D6-19D9-4E8C-8076-D8A852ED9410}" dt="2026-05-26T05:41:42.293" v="5255" actId="20577"/>
          <ac:spMkLst>
            <pc:docMk/>
            <pc:sldMk cId="3490554068" sldId="266"/>
            <ac:spMk id="12" creationId="{C4780C40-1D78-9FA7-A3EC-49B07CDF31A3}"/>
          </ac:spMkLst>
        </pc:spChg>
        <pc:spChg chg="add mod">
          <ac:chgData name="Dey, Samrat Kumar (MU-Student)" userId="7cbadb04-92b8-49b2-9bcd-b558f686a928" providerId="ADAL" clId="{EFEA03D6-19D9-4E8C-8076-D8A852ED9410}" dt="2026-05-26T05:16:43.670" v="5096" actId="1035"/>
          <ac:spMkLst>
            <pc:docMk/>
            <pc:sldMk cId="3490554068" sldId="266"/>
            <ac:spMk id="13" creationId="{474C7FDE-99C7-2DA7-457B-E402D92B8947}"/>
          </ac:spMkLst>
        </pc:spChg>
        <pc:spChg chg="add mod">
          <ac:chgData name="Dey, Samrat Kumar (MU-Student)" userId="7cbadb04-92b8-49b2-9bcd-b558f686a928" providerId="ADAL" clId="{EFEA03D6-19D9-4E8C-8076-D8A852ED9410}" dt="2026-05-26T05:41:45.804" v="5257" actId="20577"/>
          <ac:spMkLst>
            <pc:docMk/>
            <pc:sldMk cId="3490554068" sldId="266"/>
            <ac:spMk id="14" creationId="{86925B4F-2F02-99E6-1CC3-4FE3F4F11EE1}"/>
          </ac:spMkLst>
        </pc:spChg>
        <pc:spChg chg="mod">
          <ac:chgData name="Dey, Samrat Kumar (MU-Student)" userId="7cbadb04-92b8-49b2-9bcd-b558f686a928" providerId="ADAL" clId="{EFEA03D6-19D9-4E8C-8076-D8A852ED9410}" dt="2026-05-26T17:09:50.565" v="5327" actId="1035"/>
          <ac:spMkLst>
            <pc:docMk/>
            <pc:sldMk cId="3490554068" sldId="266"/>
            <ac:spMk id="15" creationId="{7F6907B1-95A1-D9B8-B7B6-DC94DF178A0D}"/>
          </ac:spMkLst>
        </pc:spChg>
        <pc:spChg chg="add mod">
          <ac:chgData name="Dey, Samrat Kumar (MU-Student)" userId="7cbadb04-92b8-49b2-9bcd-b558f686a928" providerId="ADAL" clId="{EFEA03D6-19D9-4E8C-8076-D8A852ED9410}" dt="2026-05-26T05:18:09.972" v="5105" actId="14100"/>
          <ac:spMkLst>
            <pc:docMk/>
            <pc:sldMk cId="3490554068" sldId="266"/>
            <ac:spMk id="16" creationId="{22B23270-22F1-6F24-F741-9838EC2F0E32}"/>
          </ac:spMkLst>
        </pc:spChg>
        <pc:spChg chg="add mod">
          <ac:chgData name="Dey, Samrat Kumar (MU-Student)" userId="7cbadb04-92b8-49b2-9bcd-b558f686a928" providerId="ADAL" clId="{EFEA03D6-19D9-4E8C-8076-D8A852ED9410}" dt="2026-05-20T17:03:50.845" v="3341" actId="255"/>
          <ac:spMkLst>
            <pc:docMk/>
            <pc:sldMk cId="3490554068" sldId="266"/>
            <ac:spMk id="17" creationId="{11440CD2-533A-DEF7-2C02-5E03FF8F60B3}"/>
          </ac:spMkLst>
        </pc:spChg>
        <pc:spChg chg="mod">
          <ac:chgData name="Dey, Samrat Kumar (MU-Student)" userId="7cbadb04-92b8-49b2-9bcd-b558f686a928" providerId="ADAL" clId="{EFEA03D6-19D9-4E8C-8076-D8A852ED9410}" dt="2026-05-20T16:30:28.316" v="3081" actId="14100"/>
          <ac:spMkLst>
            <pc:docMk/>
            <pc:sldMk cId="3490554068" sldId="266"/>
            <ac:spMk id="18" creationId="{6A47D04E-5D74-666B-0997-BDAFD7C30DD2}"/>
          </ac:spMkLst>
        </pc:spChg>
        <pc:spChg chg="mod">
          <ac:chgData name="Dey, Samrat Kumar (MU-Student)" userId="7cbadb04-92b8-49b2-9bcd-b558f686a928" providerId="ADAL" clId="{EFEA03D6-19D9-4E8C-8076-D8A852ED9410}" dt="2026-05-20T16:35:16.776" v="3153" actId="1035"/>
          <ac:spMkLst>
            <pc:docMk/>
            <pc:sldMk cId="3490554068" sldId="266"/>
            <ac:spMk id="19" creationId="{B1462D52-69A6-A4C4-4FBA-9689A704F3C7}"/>
          </ac:spMkLst>
        </pc:spChg>
        <pc:spChg chg="mod">
          <ac:chgData name="Dey, Samrat Kumar (MU-Student)" userId="7cbadb04-92b8-49b2-9bcd-b558f686a928" providerId="ADAL" clId="{EFEA03D6-19D9-4E8C-8076-D8A852ED9410}" dt="2026-05-20T16:37:40.825" v="3164" actId="20577"/>
          <ac:spMkLst>
            <pc:docMk/>
            <pc:sldMk cId="3490554068" sldId="266"/>
            <ac:spMk id="22" creationId="{FA274ED9-E6A4-AA87-AD1C-09C64938D28B}"/>
          </ac:spMkLst>
        </pc:spChg>
        <pc:spChg chg="add mod">
          <ac:chgData name="Dey, Samrat Kumar (MU-Student)" userId="7cbadb04-92b8-49b2-9bcd-b558f686a928" providerId="ADAL" clId="{EFEA03D6-19D9-4E8C-8076-D8A852ED9410}" dt="2026-05-26T16:32:31.246" v="5283" actId="1035"/>
          <ac:spMkLst>
            <pc:docMk/>
            <pc:sldMk cId="3490554068" sldId="266"/>
            <ac:spMk id="23" creationId="{911C2189-3471-445D-F43D-2D2BCF22B438}"/>
          </ac:spMkLst>
        </pc:spChg>
        <pc:spChg chg="add mod">
          <ac:chgData name="Dey, Samrat Kumar (MU-Student)" userId="7cbadb04-92b8-49b2-9bcd-b558f686a928" providerId="ADAL" clId="{EFEA03D6-19D9-4E8C-8076-D8A852ED9410}" dt="2026-05-26T16:33:01.179" v="5286" actId="1035"/>
          <ac:spMkLst>
            <pc:docMk/>
            <pc:sldMk cId="3490554068" sldId="266"/>
            <ac:spMk id="24" creationId="{3960EB28-D592-3361-1B70-9EC140C54A72}"/>
          </ac:spMkLst>
        </pc:spChg>
        <pc:spChg chg="add mod">
          <ac:chgData name="Dey, Samrat Kumar (MU-Student)" userId="7cbadb04-92b8-49b2-9bcd-b558f686a928" providerId="ADAL" clId="{EFEA03D6-19D9-4E8C-8076-D8A852ED9410}" dt="2026-05-20T17:03:03.089" v="3334" actId="1076"/>
          <ac:spMkLst>
            <pc:docMk/>
            <pc:sldMk cId="3490554068" sldId="266"/>
            <ac:spMk id="25" creationId="{21B97F77-7937-5144-C628-78CE89B76F6D}"/>
          </ac:spMkLst>
        </pc:spChg>
        <pc:spChg chg="mod">
          <ac:chgData name="Dey, Samrat Kumar (MU-Student)" userId="7cbadb04-92b8-49b2-9bcd-b558f686a928" providerId="ADAL" clId="{EFEA03D6-19D9-4E8C-8076-D8A852ED9410}" dt="2026-05-20T18:44:57.891" v="3744" actId="571"/>
          <ac:spMkLst>
            <pc:docMk/>
            <pc:sldMk cId="3490554068" sldId="266"/>
            <ac:spMk id="26" creationId="{A223E98C-7389-FA9F-61BA-A34A8443B3E3}"/>
          </ac:spMkLst>
        </pc:spChg>
        <pc:spChg chg="mod">
          <ac:chgData name="Dey, Samrat Kumar (MU-Student)" userId="7cbadb04-92b8-49b2-9bcd-b558f686a928" providerId="ADAL" clId="{EFEA03D6-19D9-4E8C-8076-D8A852ED9410}" dt="2026-05-26T16:27:03.737" v="5280" actId="14100"/>
          <ac:spMkLst>
            <pc:docMk/>
            <pc:sldMk cId="3490554068" sldId="266"/>
            <ac:spMk id="28" creationId="{200E891F-75B7-1ECD-5D03-76448EF2A1C2}"/>
          </ac:spMkLst>
        </pc:spChg>
        <pc:spChg chg="mod">
          <ac:chgData name="Dey, Samrat Kumar (MU-Student)" userId="7cbadb04-92b8-49b2-9bcd-b558f686a928" providerId="ADAL" clId="{EFEA03D6-19D9-4E8C-8076-D8A852ED9410}" dt="2026-05-20T18:00:23.797" v="3483" actId="403"/>
          <ac:spMkLst>
            <pc:docMk/>
            <pc:sldMk cId="3490554068" sldId="266"/>
            <ac:spMk id="31" creationId="{1F572F33-1C48-BFF3-911C-DD5EDBBB8DF6}"/>
          </ac:spMkLst>
        </pc:spChg>
        <pc:spChg chg="add mod">
          <ac:chgData name="Dey, Samrat Kumar (MU-Student)" userId="7cbadb04-92b8-49b2-9bcd-b558f686a928" providerId="ADAL" clId="{EFEA03D6-19D9-4E8C-8076-D8A852ED9410}" dt="2026-05-26T05:17:25.331" v="5101" actId="255"/>
          <ac:spMkLst>
            <pc:docMk/>
            <pc:sldMk cId="3490554068" sldId="266"/>
            <ac:spMk id="33" creationId="{5F0D24A9-98F0-0193-9E45-447936C8CC2D}"/>
          </ac:spMkLst>
        </pc:spChg>
        <pc:spChg chg="add mod">
          <ac:chgData name="Dey, Samrat Kumar (MU-Student)" userId="7cbadb04-92b8-49b2-9bcd-b558f686a928" providerId="ADAL" clId="{EFEA03D6-19D9-4E8C-8076-D8A852ED9410}" dt="2026-05-26T16:32:38.227" v="5284" actId="14100"/>
          <ac:spMkLst>
            <pc:docMk/>
            <pc:sldMk cId="3490554068" sldId="266"/>
            <ac:spMk id="34" creationId="{6D1E985B-E75B-8F92-5387-C512A5551727}"/>
          </ac:spMkLst>
        </pc:spChg>
        <pc:spChg chg="mod">
          <ac:chgData name="Dey, Samrat Kumar (MU-Student)" userId="7cbadb04-92b8-49b2-9bcd-b558f686a928" providerId="ADAL" clId="{EFEA03D6-19D9-4E8C-8076-D8A852ED9410}" dt="2026-05-26T05:17:54.989" v="5103" actId="14100"/>
          <ac:spMkLst>
            <pc:docMk/>
            <pc:sldMk cId="3490554068" sldId="266"/>
            <ac:spMk id="36" creationId="{8EACA7B2-09AC-AFC6-205E-C564CB923725}"/>
          </ac:spMkLst>
        </pc:spChg>
        <pc:spChg chg="add mod">
          <ac:chgData name="Dey, Samrat Kumar (MU-Student)" userId="7cbadb04-92b8-49b2-9bcd-b558f686a928" providerId="ADAL" clId="{EFEA03D6-19D9-4E8C-8076-D8A852ED9410}" dt="2026-05-20T17:05:34.996" v="3357" actId="1076"/>
          <ac:spMkLst>
            <pc:docMk/>
            <pc:sldMk cId="3490554068" sldId="266"/>
            <ac:spMk id="37" creationId="{AF51D782-C888-EE72-FF6E-8403F555B09E}"/>
          </ac:spMkLst>
        </pc:spChg>
        <pc:spChg chg="add mod">
          <ac:chgData name="Dey, Samrat Kumar (MU-Student)" userId="7cbadb04-92b8-49b2-9bcd-b558f686a928" providerId="ADAL" clId="{EFEA03D6-19D9-4E8C-8076-D8A852ED9410}" dt="2026-05-26T05:17:31.031" v="5102" actId="255"/>
          <ac:spMkLst>
            <pc:docMk/>
            <pc:sldMk cId="3490554068" sldId="266"/>
            <ac:spMk id="39" creationId="{0E884E63-DA8B-B95A-0662-455A7128AE19}"/>
          </ac:spMkLst>
        </pc:spChg>
        <pc:spChg chg="add mod">
          <ac:chgData name="Dey, Samrat Kumar (MU-Student)" userId="7cbadb04-92b8-49b2-9bcd-b558f686a928" providerId="ADAL" clId="{EFEA03D6-19D9-4E8C-8076-D8A852ED9410}" dt="2026-05-26T16:32:47.311" v="5285" actId="14100"/>
          <ac:spMkLst>
            <pc:docMk/>
            <pc:sldMk cId="3490554068" sldId="266"/>
            <ac:spMk id="40" creationId="{CB460EEB-FC9B-B85E-CBD1-75C5C19B0B14}"/>
          </ac:spMkLst>
        </pc:spChg>
        <pc:spChg chg="mod">
          <ac:chgData name="Dey, Samrat Kumar (MU-Student)" userId="7cbadb04-92b8-49b2-9bcd-b558f686a928" providerId="ADAL" clId="{EFEA03D6-19D9-4E8C-8076-D8A852ED9410}" dt="2026-05-20T18:44:43.889" v="3742" actId="571"/>
          <ac:spMkLst>
            <pc:docMk/>
            <pc:sldMk cId="3490554068" sldId="266"/>
            <ac:spMk id="42" creationId="{B20AE1E0-A1EB-4F2E-20C1-806E55EB7AD5}"/>
          </ac:spMkLst>
        </pc:spChg>
        <pc:spChg chg="mod">
          <ac:chgData name="Dey, Samrat Kumar (MU-Student)" userId="7cbadb04-92b8-49b2-9bcd-b558f686a928" providerId="ADAL" clId="{EFEA03D6-19D9-4E8C-8076-D8A852ED9410}" dt="2026-05-20T20:01:51.788" v="4495" actId="571"/>
          <ac:spMkLst>
            <pc:docMk/>
            <pc:sldMk cId="3490554068" sldId="266"/>
            <ac:spMk id="46" creationId="{1F494D15-5789-8FEA-009A-A6FC03D6ADD9}"/>
          </ac:spMkLst>
        </pc:spChg>
        <pc:spChg chg="mod">
          <ac:chgData name="Dey, Samrat Kumar (MU-Student)" userId="7cbadb04-92b8-49b2-9bcd-b558f686a928" providerId="ADAL" clId="{EFEA03D6-19D9-4E8C-8076-D8A852ED9410}" dt="2026-05-26T05:08:40.126" v="5040" actId="1035"/>
          <ac:spMkLst>
            <pc:docMk/>
            <pc:sldMk cId="3490554068" sldId="266"/>
            <ac:spMk id="49" creationId="{E40A72FF-C238-97A7-364D-D85507C047EF}"/>
          </ac:spMkLst>
        </pc:spChg>
        <pc:spChg chg="mod">
          <ac:chgData name="Dey, Samrat Kumar (MU-Student)" userId="7cbadb04-92b8-49b2-9bcd-b558f686a928" providerId="ADAL" clId="{EFEA03D6-19D9-4E8C-8076-D8A852ED9410}" dt="2026-05-26T17:17:32.731" v="5478" actId="1036"/>
          <ac:spMkLst>
            <pc:docMk/>
            <pc:sldMk cId="3490554068" sldId="266"/>
            <ac:spMk id="52" creationId="{27D9F6C9-AB4D-F589-ED5B-6BB4736A63B5}"/>
          </ac:spMkLst>
        </pc:spChg>
        <pc:spChg chg="add mod">
          <ac:chgData name="Dey, Samrat Kumar (MU-Student)" userId="7cbadb04-92b8-49b2-9bcd-b558f686a928" providerId="ADAL" clId="{EFEA03D6-19D9-4E8C-8076-D8A852ED9410}" dt="2026-05-26T17:16:51.798" v="5467" actId="1076"/>
          <ac:spMkLst>
            <pc:docMk/>
            <pc:sldMk cId="3490554068" sldId="266"/>
            <ac:spMk id="53" creationId="{4BBAD178-7949-B810-0776-FF7558179734}"/>
          </ac:spMkLst>
        </pc:spChg>
        <pc:spChg chg="del mod">
          <ac:chgData name="Dey, Samrat Kumar (MU-Student)" userId="7cbadb04-92b8-49b2-9bcd-b558f686a928" providerId="ADAL" clId="{EFEA03D6-19D9-4E8C-8076-D8A852ED9410}" dt="2026-05-26T05:42:42.084" v="5274" actId="478"/>
          <ac:spMkLst>
            <pc:docMk/>
            <pc:sldMk cId="3490554068" sldId="266"/>
            <ac:spMk id="53" creationId="{B272E4FD-FC27-F518-4600-8903C9B42172}"/>
          </ac:spMkLst>
        </pc:spChg>
        <pc:spChg chg="add del mod">
          <ac:chgData name="Dey, Samrat Kumar (MU-Student)" userId="7cbadb04-92b8-49b2-9bcd-b558f686a928" providerId="ADAL" clId="{EFEA03D6-19D9-4E8C-8076-D8A852ED9410}" dt="2026-05-26T05:42:42.084" v="5274" actId="478"/>
          <ac:spMkLst>
            <pc:docMk/>
            <pc:sldMk cId="3490554068" sldId="266"/>
            <ac:spMk id="54" creationId="{E63214EF-C708-DCEC-835E-F6750F371C8D}"/>
          </ac:spMkLst>
        </pc:spChg>
        <pc:spChg chg="add mod">
          <ac:chgData name="Dey, Samrat Kumar (MU-Student)" userId="7cbadb04-92b8-49b2-9bcd-b558f686a928" providerId="ADAL" clId="{EFEA03D6-19D9-4E8C-8076-D8A852ED9410}" dt="2026-05-20T21:08:59.427" v="4846" actId="14100"/>
          <ac:spMkLst>
            <pc:docMk/>
            <pc:sldMk cId="3490554068" sldId="266"/>
            <ac:spMk id="55" creationId="{A436AF1A-9482-C72B-0D9F-B18A0F1D71AB}"/>
          </ac:spMkLst>
        </pc:spChg>
        <pc:spChg chg="add mod">
          <ac:chgData name="Dey, Samrat Kumar (MU-Student)" userId="7cbadb04-92b8-49b2-9bcd-b558f686a928" providerId="ADAL" clId="{EFEA03D6-19D9-4E8C-8076-D8A852ED9410}" dt="2026-05-20T17:28:06.171" v="3388" actId="1076"/>
          <ac:spMkLst>
            <pc:docMk/>
            <pc:sldMk cId="3490554068" sldId="266"/>
            <ac:spMk id="56" creationId="{7E46DCB6-EFA3-AD80-334B-CD8093ECE577}"/>
          </ac:spMkLst>
        </pc:spChg>
        <pc:spChg chg="mod">
          <ac:chgData name="Dey, Samrat Kumar (MU-Student)" userId="7cbadb04-92b8-49b2-9bcd-b558f686a928" providerId="ADAL" clId="{EFEA03D6-19D9-4E8C-8076-D8A852ED9410}" dt="2026-05-26T17:17:51.073" v="5481" actId="1036"/>
          <ac:spMkLst>
            <pc:docMk/>
            <pc:sldMk cId="3490554068" sldId="266"/>
            <ac:spMk id="57" creationId="{D5D56CED-ED0E-EE7E-DDA9-5F27AA8AFCE7}"/>
          </ac:spMkLst>
        </pc:spChg>
        <pc:spChg chg="add mod">
          <ac:chgData name="Dey, Samrat Kumar (MU-Student)" userId="7cbadb04-92b8-49b2-9bcd-b558f686a928" providerId="ADAL" clId="{EFEA03D6-19D9-4E8C-8076-D8A852ED9410}" dt="2026-05-20T21:13:37.659" v="4876" actId="120"/>
          <ac:spMkLst>
            <pc:docMk/>
            <pc:sldMk cId="3490554068" sldId="266"/>
            <ac:spMk id="58" creationId="{92377BB6-AA09-C32E-58A2-2E90A61CDE45}"/>
          </ac:spMkLst>
        </pc:spChg>
        <pc:spChg chg="add del mod">
          <ac:chgData name="Dey, Samrat Kumar (MU-Student)" userId="7cbadb04-92b8-49b2-9bcd-b558f686a928" providerId="ADAL" clId="{EFEA03D6-19D9-4E8C-8076-D8A852ED9410}" dt="2026-05-26T05:42:42.084" v="5274" actId="478"/>
          <ac:spMkLst>
            <pc:docMk/>
            <pc:sldMk cId="3490554068" sldId="266"/>
            <ac:spMk id="59" creationId="{FDE0D28B-6A6F-1ACC-8CE9-B4225EF5E83C}"/>
          </ac:spMkLst>
        </pc:spChg>
        <pc:spChg chg="add del mod">
          <ac:chgData name="Dey, Samrat Kumar (MU-Student)" userId="7cbadb04-92b8-49b2-9bcd-b558f686a928" providerId="ADAL" clId="{EFEA03D6-19D9-4E8C-8076-D8A852ED9410}" dt="2026-05-26T05:42:42.084" v="5274" actId="478"/>
          <ac:spMkLst>
            <pc:docMk/>
            <pc:sldMk cId="3490554068" sldId="266"/>
            <ac:spMk id="60" creationId="{2A28DA5B-6CB6-3533-7CD4-0F234E358983}"/>
          </ac:spMkLst>
        </pc:spChg>
        <pc:spChg chg="add mod">
          <ac:chgData name="Dey, Samrat Kumar (MU-Student)" userId="7cbadb04-92b8-49b2-9bcd-b558f686a928" providerId="ADAL" clId="{EFEA03D6-19D9-4E8C-8076-D8A852ED9410}" dt="2026-05-20T21:09:11.417" v="4848" actId="14100"/>
          <ac:spMkLst>
            <pc:docMk/>
            <pc:sldMk cId="3490554068" sldId="266"/>
            <ac:spMk id="61" creationId="{8BEA31B2-2232-99AD-5551-3460F68B6D91}"/>
          </ac:spMkLst>
        </pc:spChg>
        <pc:spChg chg="mod">
          <ac:chgData name="Dey, Samrat Kumar (MU-Student)" userId="7cbadb04-92b8-49b2-9bcd-b558f686a928" providerId="ADAL" clId="{EFEA03D6-19D9-4E8C-8076-D8A852ED9410}" dt="2026-05-20T17:29:36.092" v="3403" actId="1076"/>
          <ac:spMkLst>
            <pc:docMk/>
            <pc:sldMk cId="3490554068" sldId="266"/>
            <ac:spMk id="62" creationId="{A42F17F3-E22D-7BCF-38DB-3B0AD9D45760}"/>
          </ac:spMkLst>
        </pc:spChg>
        <pc:spChg chg="mod">
          <ac:chgData name="Dey, Samrat Kumar (MU-Student)" userId="7cbadb04-92b8-49b2-9bcd-b558f686a928" providerId="ADAL" clId="{EFEA03D6-19D9-4E8C-8076-D8A852ED9410}" dt="2026-05-20T21:13:32.579" v="4875" actId="120"/>
          <ac:spMkLst>
            <pc:docMk/>
            <pc:sldMk cId="3490554068" sldId="266"/>
            <ac:spMk id="63" creationId="{6DA2E77E-1C91-39A9-05E1-725B55423EA9}"/>
          </ac:spMkLst>
        </pc:spChg>
        <pc:spChg chg="add del mod">
          <ac:chgData name="Dey, Samrat Kumar (MU-Student)" userId="7cbadb04-92b8-49b2-9bcd-b558f686a928" providerId="ADAL" clId="{EFEA03D6-19D9-4E8C-8076-D8A852ED9410}" dt="2026-05-26T05:42:42.084" v="5274" actId="478"/>
          <ac:spMkLst>
            <pc:docMk/>
            <pc:sldMk cId="3490554068" sldId="266"/>
            <ac:spMk id="64" creationId="{178B2662-CFA7-D945-8EF4-9187766077B4}"/>
          </ac:spMkLst>
        </pc:spChg>
        <pc:spChg chg="add del mod">
          <ac:chgData name="Dey, Samrat Kumar (MU-Student)" userId="7cbadb04-92b8-49b2-9bcd-b558f686a928" providerId="ADAL" clId="{EFEA03D6-19D9-4E8C-8076-D8A852ED9410}" dt="2026-05-26T05:42:42.084" v="5274" actId="478"/>
          <ac:spMkLst>
            <pc:docMk/>
            <pc:sldMk cId="3490554068" sldId="266"/>
            <ac:spMk id="65" creationId="{0B0BB0CF-725A-60C9-1F51-A698926FF3EF}"/>
          </ac:spMkLst>
        </pc:spChg>
        <pc:spChg chg="mod">
          <ac:chgData name="Dey, Samrat Kumar (MU-Student)" userId="7cbadb04-92b8-49b2-9bcd-b558f686a928" providerId="ADAL" clId="{EFEA03D6-19D9-4E8C-8076-D8A852ED9410}" dt="2026-05-20T21:12:41.008" v="4868" actId="14100"/>
          <ac:spMkLst>
            <pc:docMk/>
            <pc:sldMk cId="3490554068" sldId="266"/>
            <ac:spMk id="66" creationId="{CDF8258F-4992-0F85-DEFC-85C27570D9B6}"/>
          </ac:spMkLst>
        </pc:spChg>
        <pc:spChg chg="add mod">
          <ac:chgData name="Dey, Samrat Kumar (MU-Student)" userId="7cbadb04-92b8-49b2-9bcd-b558f686a928" providerId="ADAL" clId="{EFEA03D6-19D9-4E8C-8076-D8A852ED9410}" dt="2026-05-20T17:32:15.881" v="3430" actId="404"/>
          <ac:spMkLst>
            <pc:docMk/>
            <pc:sldMk cId="3490554068" sldId="266"/>
            <ac:spMk id="67" creationId="{FC17137E-7605-FCE9-77AD-DF20ADD6E9B7}"/>
          </ac:spMkLst>
        </pc:spChg>
        <pc:spChg chg="mod">
          <ac:chgData name="Dey, Samrat Kumar (MU-Student)" userId="7cbadb04-92b8-49b2-9bcd-b558f686a928" providerId="ADAL" clId="{EFEA03D6-19D9-4E8C-8076-D8A852ED9410}" dt="2026-05-26T05:42:24.399" v="5273" actId="20577"/>
          <ac:spMkLst>
            <pc:docMk/>
            <pc:sldMk cId="3490554068" sldId="266"/>
            <ac:spMk id="68" creationId="{B4CEC31C-2E5E-4230-3DA7-CC2118A1474F}"/>
          </ac:spMkLst>
        </pc:spChg>
        <pc:spChg chg="add mod">
          <ac:chgData name="Dey, Samrat Kumar (MU-Student)" userId="7cbadb04-92b8-49b2-9bcd-b558f686a928" providerId="ADAL" clId="{EFEA03D6-19D9-4E8C-8076-D8A852ED9410}" dt="2026-05-26T17:14:20.275" v="5446" actId="1036"/>
          <ac:spMkLst>
            <pc:docMk/>
            <pc:sldMk cId="3490554068" sldId="266"/>
            <ac:spMk id="69" creationId="{D2464341-60D1-3F87-5709-201E7EA047A6}"/>
          </ac:spMkLst>
        </pc:spChg>
        <pc:spChg chg="mod">
          <ac:chgData name="Dey, Samrat Kumar (MU-Student)" userId="7cbadb04-92b8-49b2-9bcd-b558f686a928" providerId="ADAL" clId="{EFEA03D6-19D9-4E8C-8076-D8A852ED9410}" dt="2026-05-20T18:00:39.772" v="3486" actId="120"/>
          <ac:spMkLst>
            <pc:docMk/>
            <pc:sldMk cId="3490554068" sldId="266"/>
            <ac:spMk id="71" creationId="{7D8CD51D-E7F1-6144-A155-5FD33BD057F5}"/>
          </ac:spMkLst>
        </pc:spChg>
        <pc:spChg chg="add mod">
          <ac:chgData name="Dey, Samrat Kumar (MU-Student)" userId="7cbadb04-92b8-49b2-9bcd-b558f686a928" providerId="ADAL" clId="{EFEA03D6-19D9-4E8C-8076-D8A852ED9410}" dt="2026-05-26T17:14:20.275" v="5446" actId="1036"/>
          <ac:spMkLst>
            <pc:docMk/>
            <pc:sldMk cId="3490554068" sldId="266"/>
            <ac:spMk id="73" creationId="{55729795-C5DB-4437-C86B-54FE141D72F1}"/>
          </ac:spMkLst>
        </pc:spChg>
        <pc:spChg chg="add mod">
          <ac:chgData name="Dey, Samrat Kumar (MU-Student)" userId="7cbadb04-92b8-49b2-9bcd-b558f686a928" providerId="ADAL" clId="{EFEA03D6-19D9-4E8C-8076-D8A852ED9410}" dt="2026-05-20T21:13:59.532" v="4878" actId="14100"/>
          <ac:spMkLst>
            <pc:docMk/>
            <pc:sldMk cId="3490554068" sldId="266"/>
            <ac:spMk id="75" creationId="{9F2D39CD-5B7D-3BE7-D2BF-0992E89B1667}"/>
          </ac:spMkLst>
        </pc:spChg>
        <pc:spChg chg="add mod">
          <ac:chgData name="Dey, Samrat Kumar (MU-Student)" userId="7cbadb04-92b8-49b2-9bcd-b558f686a928" providerId="ADAL" clId="{EFEA03D6-19D9-4E8C-8076-D8A852ED9410}" dt="2026-05-20T21:14:53.887" v="4884" actId="14100"/>
          <ac:spMkLst>
            <pc:docMk/>
            <pc:sldMk cId="3490554068" sldId="266"/>
            <ac:spMk id="76" creationId="{1E17E579-3151-504B-A4BA-1283F44C49B1}"/>
          </ac:spMkLst>
        </pc:spChg>
        <pc:spChg chg="add mod">
          <ac:chgData name="Dey, Samrat Kumar (MU-Student)" userId="7cbadb04-92b8-49b2-9bcd-b558f686a928" providerId="ADAL" clId="{EFEA03D6-19D9-4E8C-8076-D8A852ED9410}" dt="2026-05-20T21:15:00.275" v="4885" actId="1036"/>
          <ac:spMkLst>
            <pc:docMk/>
            <pc:sldMk cId="3490554068" sldId="266"/>
            <ac:spMk id="77" creationId="{F105FD40-EC3F-1E70-60E9-CEBAD375D6C7}"/>
          </ac:spMkLst>
        </pc:spChg>
        <pc:spChg chg="add mod">
          <ac:chgData name="Dey, Samrat Kumar (MU-Student)" userId="7cbadb04-92b8-49b2-9bcd-b558f686a928" providerId="ADAL" clId="{EFEA03D6-19D9-4E8C-8076-D8A852ED9410}" dt="2026-05-20T18:05:01.610" v="3529" actId="1076"/>
          <ac:spMkLst>
            <pc:docMk/>
            <pc:sldMk cId="3490554068" sldId="266"/>
            <ac:spMk id="78" creationId="{9A1E02F7-6200-65BA-2793-AC8CB34BF064}"/>
          </ac:spMkLst>
        </pc:spChg>
        <pc:spChg chg="mod">
          <ac:chgData name="Dey, Samrat Kumar (MU-Student)" userId="7cbadb04-92b8-49b2-9bcd-b558f686a928" providerId="ADAL" clId="{EFEA03D6-19D9-4E8C-8076-D8A852ED9410}" dt="2026-05-26T17:04:01.529" v="5292" actId="1035"/>
          <ac:spMkLst>
            <pc:docMk/>
            <pc:sldMk cId="3490554068" sldId="266"/>
            <ac:spMk id="81" creationId="{2A29029F-D770-5806-196C-7A149A29C260}"/>
          </ac:spMkLst>
        </pc:spChg>
        <pc:spChg chg="add mod">
          <ac:chgData name="Dey, Samrat Kumar (MU-Student)" userId="7cbadb04-92b8-49b2-9bcd-b558f686a928" providerId="ADAL" clId="{EFEA03D6-19D9-4E8C-8076-D8A852ED9410}" dt="2026-05-20T21:15:20.239" v="4890" actId="14100"/>
          <ac:spMkLst>
            <pc:docMk/>
            <pc:sldMk cId="3490554068" sldId="266"/>
            <ac:spMk id="84" creationId="{4035122E-362C-3E6D-E755-07CF45461F79}"/>
          </ac:spMkLst>
        </pc:spChg>
        <pc:spChg chg="mod">
          <ac:chgData name="Dey, Samrat Kumar (MU-Student)" userId="7cbadb04-92b8-49b2-9bcd-b558f686a928" providerId="ADAL" clId="{EFEA03D6-19D9-4E8C-8076-D8A852ED9410}" dt="2026-05-20T17:02:00.692" v="3322" actId="403"/>
          <ac:spMkLst>
            <pc:docMk/>
            <pc:sldMk cId="3490554068" sldId="266"/>
            <ac:spMk id="85" creationId="{7C974BF4-418B-19DA-6014-CAFD3D2DD2D0}"/>
          </ac:spMkLst>
        </pc:spChg>
        <pc:spChg chg="add mod">
          <ac:chgData name="Dey, Samrat Kumar (MU-Student)" userId="7cbadb04-92b8-49b2-9bcd-b558f686a928" providerId="ADAL" clId="{EFEA03D6-19D9-4E8C-8076-D8A852ED9410}" dt="2026-05-20T21:15:26.189" v="4891" actId="14100"/>
          <ac:spMkLst>
            <pc:docMk/>
            <pc:sldMk cId="3490554068" sldId="266"/>
            <ac:spMk id="87" creationId="{F692C8A7-B3BF-8545-5BB1-684541DECC45}"/>
          </ac:spMkLst>
        </pc:spChg>
        <pc:spChg chg="add mod">
          <ac:chgData name="Dey, Samrat Kumar (MU-Student)" userId="7cbadb04-92b8-49b2-9bcd-b558f686a928" providerId="ADAL" clId="{EFEA03D6-19D9-4E8C-8076-D8A852ED9410}" dt="2026-05-20T18:08:44.606" v="3669" actId="20577"/>
          <ac:spMkLst>
            <pc:docMk/>
            <pc:sldMk cId="3490554068" sldId="266"/>
            <ac:spMk id="88" creationId="{F2574373-3B21-6734-0EB2-2D19905FBE67}"/>
          </ac:spMkLst>
        </pc:spChg>
        <pc:spChg chg="add mod">
          <ac:chgData name="Dey, Samrat Kumar (MU-Student)" userId="7cbadb04-92b8-49b2-9bcd-b558f686a928" providerId="ADAL" clId="{EFEA03D6-19D9-4E8C-8076-D8A852ED9410}" dt="2026-05-20T21:15:05.608" v="4887" actId="1035"/>
          <ac:spMkLst>
            <pc:docMk/>
            <pc:sldMk cId="3490554068" sldId="266"/>
            <ac:spMk id="90" creationId="{DF994488-2A21-BE7E-1186-DE4F04344B5A}"/>
          </ac:spMkLst>
        </pc:spChg>
        <pc:spChg chg="mod">
          <ac:chgData name="Dey, Samrat Kumar (MU-Student)" userId="7cbadb04-92b8-49b2-9bcd-b558f686a928" providerId="ADAL" clId="{EFEA03D6-19D9-4E8C-8076-D8A852ED9410}" dt="2026-05-26T17:18:29.660" v="5488" actId="20577"/>
          <ac:spMkLst>
            <pc:docMk/>
            <pc:sldMk cId="3490554068" sldId="266"/>
            <ac:spMk id="91" creationId="{DE605BBC-4F02-66DF-90BE-593F169863E0}"/>
          </ac:spMkLst>
        </pc:spChg>
        <pc:spChg chg="del mod">
          <ac:chgData name="Dey, Samrat Kumar (MU-Student)" userId="7cbadb04-92b8-49b2-9bcd-b558f686a928" providerId="ADAL" clId="{EFEA03D6-19D9-4E8C-8076-D8A852ED9410}" dt="2026-05-26T05:42:42.084" v="5274" actId="478"/>
          <ac:spMkLst>
            <pc:docMk/>
            <pc:sldMk cId="3490554068" sldId="266"/>
            <ac:spMk id="96" creationId="{F01FE2AA-2937-B1D4-08BC-60676345B104}"/>
          </ac:spMkLst>
        </pc:spChg>
        <pc:spChg chg="mod">
          <ac:chgData name="Dey, Samrat Kumar (MU-Student)" userId="7cbadb04-92b8-49b2-9bcd-b558f686a928" providerId="ADAL" clId="{EFEA03D6-19D9-4E8C-8076-D8A852ED9410}" dt="2026-05-26T05:30:15.855" v="5177" actId="1035"/>
          <ac:spMkLst>
            <pc:docMk/>
            <pc:sldMk cId="3490554068" sldId="266"/>
            <ac:spMk id="108" creationId="{E9476612-5613-3E7E-E019-8DB6BC5A4323}"/>
          </ac:spMkLst>
        </pc:spChg>
        <pc:spChg chg="add mod">
          <ac:chgData name="Dey, Samrat Kumar (MU-Student)" userId="7cbadb04-92b8-49b2-9bcd-b558f686a928" providerId="ADAL" clId="{EFEA03D6-19D9-4E8C-8076-D8A852ED9410}" dt="2026-05-26T05:30:04.223" v="5172" actId="1076"/>
          <ac:spMkLst>
            <pc:docMk/>
            <pc:sldMk cId="3490554068" sldId="266"/>
            <ac:spMk id="112" creationId="{CC77A0CF-E9FB-63FC-FC42-213ED855B1EE}"/>
          </ac:spMkLst>
        </pc:spChg>
        <pc:spChg chg="add mod">
          <ac:chgData name="Dey, Samrat Kumar (MU-Student)" userId="7cbadb04-92b8-49b2-9bcd-b558f686a928" providerId="ADAL" clId="{EFEA03D6-19D9-4E8C-8076-D8A852ED9410}" dt="2026-05-20T18:48:54.959" v="3773" actId="14100"/>
          <ac:spMkLst>
            <pc:docMk/>
            <pc:sldMk cId="3490554068" sldId="266"/>
            <ac:spMk id="114" creationId="{55B76AD0-EC4F-E4EC-E9DD-A192595BE2BE}"/>
          </ac:spMkLst>
        </pc:spChg>
        <pc:spChg chg="add mod">
          <ac:chgData name="Dey, Samrat Kumar (MU-Student)" userId="7cbadb04-92b8-49b2-9bcd-b558f686a928" providerId="ADAL" clId="{EFEA03D6-19D9-4E8C-8076-D8A852ED9410}" dt="2026-05-20T18:50:09.107" v="3805" actId="1076"/>
          <ac:spMkLst>
            <pc:docMk/>
            <pc:sldMk cId="3490554068" sldId="266"/>
            <ac:spMk id="115" creationId="{A4C3320D-C4F6-1505-E097-AB90F8D23BB2}"/>
          </ac:spMkLst>
        </pc:spChg>
        <pc:spChg chg="mod">
          <ac:chgData name="Dey, Samrat Kumar (MU-Student)" userId="7cbadb04-92b8-49b2-9bcd-b558f686a928" providerId="ADAL" clId="{EFEA03D6-19D9-4E8C-8076-D8A852ED9410}" dt="2026-05-20T18:49:04.707" v="3775" actId="403"/>
          <ac:spMkLst>
            <pc:docMk/>
            <pc:sldMk cId="3490554068" sldId="266"/>
            <ac:spMk id="117" creationId="{EAC24AB9-FDCE-B7E4-CBB7-0850D77BAA3B}"/>
          </ac:spMkLst>
        </pc:spChg>
        <pc:spChg chg="add mod">
          <ac:chgData name="Dey, Samrat Kumar (MU-Student)" userId="7cbadb04-92b8-49b2-9bcd-b558f686a928" providerId="ADAL" clId="{EFEA03D6-19D9-4E8C-8076-D8A852ED9410}" dt="2026-05-20T18:48:15.687" v="3768" actId="14100"/>
          <ac:spMkLst>
            <pc:docMk/>
            <pc:sldMk cId="3490554068" sldId="266"/>
            <ac:spMk id="118" creationId="{B8B97E8B-4F3E-D96D-01F4-676356C90CEA}"/>
          </ac:spMkLst>
        </pc:spChg>
        <pc:spChg chg="mod">
          <ac:chgData name="Dey, Samrat Kumar (MU-Student)" userId="7cbadb04-92b8-49b2-9bcd-b558f686a928" providerId="ADAL" clId="{EFEA03D6-19D9-4E8C-8076-D8A852ED9410}" dt="2026-05-20T19:26:51.232" v="4262" actId="571"/>
          <ac:spMkLst>
            <pc:docMk/>
            <pc:sldMk cId="3490554068" sldId="266"/>
            <ac:spMk id="122" creationId="{3245AD53-FC8E-8629-F043-AC4CA084D227}"/>
          </ac:spMkLst>
        </pc:spChg>
        <pc:spChg chg="mod">
          <ac:chgData name="Dey, Samrat Kumar (MU-Student)" userId="7cbadb04-92b8-49b2-9bcd-b558f686a928" providerId="ADAL" clId="{EFEA03D6-19D9-4E8C-8076-D8A852ED9410}" dt="2026-05-26T05:10:53.299" v="5057" actId="1076"/>
          <ac:spMkLst>
            <pc:docMk/>
            <pc:sldMk cId="3490554068" sldId="266"/>
            <ac:spMk id="124" creationId="{F8A78373-DAE2-20C0-976B-8AF47D8B19D6}"/>
          </ac:spMkLst>
        </pc:spChg>
        <pc:spChg chg="add mod">
          <ac:chgData name="Dey, Samrat Kumar (MU-Student)" userId="7cbadb04-92b8-49b2-9bcd-b558f686a928" providerId="ADAL" clId="{EFEA03D6-19D9-4E8C-8076-D8A852ED9410}" dt="2026-05-20T18:51:59.031" v="3835" actId="1076"/>
          <ac:spMkLst>
            <pc:docMk/>
            <pc:sldMk cId="3490554068" sldId="266"/>
            <ac:spMk id="125" creationId="{EDDA3074-CF7F-14AF-4BBB-B68396AB49B7}"/>
          </ac:spMkLst>
        </pc:spChg>
        <pc:spChg chg="add mod">
          <ac:chgData name="Dey, Samrat Kumar (MU-Student)" userId="7cbadb04-92b8-49b2-9bcd-b558f686a928" providerId="ADAL" clId="{EFEA03D6-19D9-4E8C-8076-D8A852ED9410}" dt="2026-05-20T18:51:59.031" v="3835" actId="1076"/>
          <ac:spMkLst>
            <pc:docMk/>
            <pc:sldMk cId="3490554068" sldId="266"/>
            <ac:spMk id="126" creationId="{446B265B-3778-F818-194A-1E645AC25241}"/>
          </ac:spMkLst>
        </pc:spChg>
        <pc:spChg chg="add mod">
          <ac:chgData name="Dey, Samrat Kumar (MU-Student)" userId="7cbadb04-92b8-49b2-9bcd-b558f686a928" providerId="ADAL" clId="{EFEA03D6-19D9-4E8C-8076-D8A852ED9410}" dt="2026-05-20T18:51:59.031" v="3835" actId="1076"/>
          <ac:spMkLst>
            <pc:docMk/>
            <pc:sldMk cId="3490554068" sldId="266"/>
            <ac:spMk id="127" creationId="{95423E71-F2CB-790C-0E22-114B5F2F5F0B}"/>
          </ac:spMkLst>
        </pc:spChg>
        <pc:spChg chg="mod">
          <ac:chgData name="Dey, Samrat Kumar (MU-Student)" userId="7cbadb04-92b8-49b2-9bcd-b558f686a928" providerId="ADAL" clId="{EFEA03D6-19D9-4E8C-8076-D8A852ED9410}" dt="2026-05-20T18:51:59.031" v="3835" actId="1076"/>
          <ac:spMkLst>
            <pc:docMk/>
            <pc:sldMk cId="3490554068" sldId="266"/>
            <ac:spMk id="128" creationId="{0704FDBD-BAA4-8182-A006-9A3024B4E037}"/>
          </ac:spMkLst>
        </pc:spChg>
        <pc:spChg chg="add mod">
          <ac:chgData name="Dey, Samrat Kumar (MU-Student)" userId="7cbadb04-92b8-49b2-9bcd-b558f686a928" providerId="ADAL" clId="{EFEA03D6-19D9-4E8C-8076-D8A852ED9410}" dt="2026-05-20T18:51:59.031" v="3835" actId="1076"/>
          <ac:spMkLst>
            <pc:docMk/>
            <pc:sldMk cId="3490554068" sldId="266"/>
            <ac:spMk id="129" creationId="{CA39D614-6BD9-6E47-4835-086D0C6A0649}"/>
          </ac:spMkLst>
        </pc:spChg>
        <pc:spChg chg="mod">
          <ac:chgData name="Dey, Samrat Kumar (MU-Student)" userId="7cbadb04-92b8-49b2-9bcd-b558f686a928" providerId="ADAL" clId="{EFEA03D6-19D9-4E8C-8076-D8A852ED9410}" dt="2026-05-20T18:52:59.067" v="3857" actId="1076"/>
          <ac:spMkLst>
            <pc:docMk/>
            <pc:sldMk cId="3490554068" sldId="266"/>
            <ac:spMk id="130" creationId="{5218D9B2-6966-DDCB-EC14-003427E39D9D}"/>
          </ac:spMkLst>
        </pc:spChg>
        <pc:spChg chg="add mod">
          <ac:chgData name="Dey, Samrat Kumar (MU-Student)" userId="7cbadb04-92b8-49b2-9bcd-b558f686a928" providerId="ADAL" clId="{EFEA03D6-19D9-4E8C-8076-D8A852ED9410}" dt="2026-05-20T18:52:59.067" v="3857" actId="1076"/>
          <ac:spMkLst>
            <pc:docMk/>
            <pc:sldMk cId="3490554068" sldId="266"/>
            <ac:spMk id="131" creationId="{1D6DC459-5759-CA66-D461-78A91D0A6486}"/>
          </ac:spMkLst>
        </pc:spChg>
        <pc:spChg chg="mod">
          <ac:chgData name="Dey, Samrat Kumar (MU-Student)" userId="7cbadb04-92b8-49b2-9bcd-b558f686a928" providerId="ADAL" clId="{EFEA03D6-19D9-4E8C-8076-D8A852ED9410}" dt="2026-05-20T18:52:59.067" v="3857" actId="1076"/>
          <ac:spMkLst>
            <pc:docMk/>
            <pc:sldMk cId="3490554068" sldId="266"/>
            <ac:spMk id="135" creationId="{142D408E-143F-1939-3BC9-9F65190E26A0}"/>
          </ac:spMkLst>
        </pc:spChg>
        <pc:spChg chg="add mod">
          <ac:chgData name="Dey, Samrat Kumar (MU-Student)" userId="7cbadb04-92b8-49b2-9bcd-b558f686a928" providerId="ADAL" clId="{EFEA03D6-19D9-4E8C-8076-D8A852ED9410}" dt="2026-05-20T18:53:03.684" v="3858" actId="14100"/>
          <ac:spMkLst>
            <pc:docMk/>
            <pc:sldMk cId="3490554068" sldId="266"/>
            <ac:spMk id="136" creationId="{0C5252D9-D50A-FA42-2EEC-C9AAD2B6A511}"/>
          </ac:spMkLst>
        </pc:spChg>
        <pc:spChg chg="mod">
          <ac:chgData name="Dey, Samrat Kumar (MU-Student)" userId="7cbadb04-92b8-49b2-9bcd-b558f686a928" providerId="ADAL" clId="{EFEA03D6-19D9-4E8C-8076-D8A852ED9410}" dt="2026-05-26T05:10:39.464" v="5056" actId="1076"/>
          <ac:spMkLst>
            <pc:docMk/>
            <pc:sldMk cId="3490554068" sldId="266"/>
            <ac:spMk id="137" creationId="{2E7D4458-593B-EECE-6CC1-B936BE749B9A}"/>
          </ac:spMkLst>
        </pc:spChg>
        <pc:spChg chg="mod">
          <ac:chgData name="Dey, Samrat Kumar (MU-Student)" userId="7cbadb04-92b8-49b2-9bcd-b558f686a928" providerId="ADAL" clId="{EFEA03D6-19D9-4E8C-8076-D8A852ED9410}" dt="2026-05-26T17:17:26.776" v="5476" actId="1036"/>
          <ac:spMkLst>
            <pc:docMk/>
            <pc:sldMk cId="3490554068" sldId="266"/>
            <ac:spMk id="139" creationId="{DDDCD5E2-66C6-DFD4-A887-CEA0A27F3ECF}"/>
          </ac:spMkLst>
        </pc:spChg>
        <pc:spChg chg="mod">
          <ac:chgData name="Dey, Samrat Kumar (MU-Student)" userId="7cbadb04-92b8-49b2-9bcd-b558f686a928" providerId="ADAL" clId="{EFEA03D6-19D9-4E8C-8076-D8A852ED9410}" dt="2026-05-26T04:52:33.446" v="4905" actId="20577"/>
          <ac:spMkLst>
            <pc:docMk/>
            <pc:sldMk cId="3490554068" sldId="266"/>
            <ac:spMk id="147" creationId="{B9A9FC10-7F5D-A7AD-E5AE-0EEC8328DA45}"/>
          </ac:spMkLst>
        </pc:spChg>
        <pc:spChg chg="add mod">
          <ac:chgData name="Dey, Samrat Kumar (MU-Student)" userId="7cbadb04-92b8-49b2-9bcd-b558f686a928" providerId="ADAL" clId="{EFEA03D6-19D9-4E8C-8076-D8A852ED9410}" dt="2026-05-20T19:09:36.852" v="4113" actId="1037"/>
          <ac:spMkLst>
            <pc:docMk/>
            <pc:sldMk cId="3490554068" sldId="266"/>
            <ac:spMk id="169" creationId="{4653668C-9F47-E85C-DD6C-99AF9072207D}"/>
          </ac:spMkLst>
        </pc:spChg>
        <pc:spChg chg="add mod">
          <ac:chgData name="Dey, Samrat Kumar (MU-Student)" userId="7cbadb04-92b8-49b2-9bcd-b558f686a928" providerId="ADAL" clId="{EFEA03D6-19D9-4E8C-8076-D8A852ED9410}" dt="2026-05-20T19:09:36.852" v="4113" actId="1037"/>
          <ac:spMkLst>
            <pc:docMk/>
            <pc:sldMk cId="3490554068" sldId="266"/>
            <ac:spMk id="170" creationId="{02995D3C-0453-B249-6659-34F8B886E263}"/>
          </ac:spMkLst>
        </pc:spChg>
        <pc:spChg chg="add mod">
          <ac:chgData name="Dey, Samrat Kumar (MU-Student)" userId="7cbadb04-92b8-49b2-9bcd-b558f686a928" providerId="ADAL" clId="{EFEA03D6-19D9-4E8C-8076-D8A852ED9410}" dt="2026-05-20T19:09:36.852" v="4113" actId="1037"/>
          <ac:spMkLst>
            <pc:docMk/>
            <pc:sldMk cId="3490554068" sldId="266"/>
            <ac:spMk id="171" creationId="{2022FEAE-D6FF-8E56-CF3E-6AF7754846F4}"/>
          </ac:spMkLst>
        </pc:spChg>
        <pc:spChg chg="mod">
          <ac:chgData name="Dey, Samrat Kumar (MU-Student)" userId="7cbadb04-92b8-49b2-9bcd-b558f686a928" providerId="ADAL" clId="{EFEA03D6-19D9-4E8C-8076-D8A852ED9410}" dt="2026-05-20T19:09:36.852" v="4113" actId="1037"/>
          <ac:spMkLst>
            <pc:docMk/>
            <pc:sldMk cId="3490554068" sldId="266"/>
            <ac:spMk id="172" creationId="{2A3AC78A-CE26-7AEB-F5F7-EF65DE781E0F}"/>
          </ac:spMkLst>
        </pc:spChg>
        <pc:spChg chg="add mod">
          <ac:chgData name="Dey, Samrat Kumar (MU-Student)" userId="7cbadb04-92b8-49b2-9bcd-b558f686a928" providerId="ADAL" clId="{EFEA03D6-19D9-4E8C-8076-D8A852ED9410}" dt="2026-05-20T19:09:36.852" v="4113" actId="1037"/>
          <ac:spMkLst>
            <pc:docMk/>
            <pc:sldMk cId="3490554068" sldId="266"/>
            <ac:spMk id="185" creationId="{D6AB9C3B-EF00-3147-5B0E-36C65C4C53AA}"/>
          </ac:spMkLst>
        </pc:spChg>
        <pc:spChg chg="add mod">
          <ac:chgData name="Dey, Samrat Kumar (MU-Student)" userId="7cbadb04-92b8-49b2-9bcd-b558f686a928" providerId="ADAL" clId="{EFEA03D6-19D9-4E8C-8076-D8A852ED9410}" dt="2026-05-20T19:09:36.852" v="4113" actId="1037"/>
          <ac:spMkLst>
            <pc:docMk/>
            <pc:sldMk cId="3490554068" sldId="266"/>
            <ac:spMk id="186" creationId="{3A2647B7-6F0A-318A-E3AC-F32CCD3E67A3}"/>
          </ac:spMkLst>
        </pc:spChg>
        <pc:spChg chg="add mod">
          <ac:chgData name="Dey, Samrat Kumar (MU-Student)" userId="7cbadb04-92b8-49b2-9bcd-b558f686a928" providerId="ADAL" clId="{EFEA03D6-19D9-4E8C-8076-D8A852ED9410}" dt="2026-05-20T19:09:36.852" v="4113" actId="1037"/>
          <ac:spMkLst>
            <pc:docMk/>
            <pc:sldMk cId="3490554068" sldId="266"/>
            <ac:spMk id="187" creationId="{508A0550-90C5-1D5D-4233-594DD316F978}"/>
          </ac:spMkLst>
        </pc:spChg>
        <pc:spChg chg="add mod">
          <ac:chgData name="Dey, Samrat Kumar (MU-Student)" userId="7cbadb04-92b8-49b2-9bcd-b558f686a928" providerId="ADAL" clId="{EFEA03D6-19D9-4E8C-8076-D8A852ED9410}" dt="2026-05-20T19:09:36.852" v="4113" actId="1037"/>
          <ac:spMkLst>
            <pc:docMk/>
            <pc:sldMk cId="3490554068" sldId="266"/>
            <ac:spMk id="188" creationId="{AA848489-874D-0531-AD22-6ADB04A06580}"/>
          </ac:spMkLst>
        </pc:spChg>
        <pc:spChg chg="add mod">
          <ac:chgData name="Dey, Samrat Kumar (MU-Student)" userId="7cbadb04-92b8-49b2-9bcd-b558f686a928" providerId="ADAL" clId="{EFEA03D6-19D9-4E8C-8076-D8A852ED9410}" dt="2026-05-20T19:09:45.933" v="4115" actId="1076"/>
          <ac:spMkLst>
            <pc:docMk/>
            <pc:sldMk cId="3490554068" sldId="266"/>
            <ac:spMk id="189" creationId="{5E6A6EB2-7C9C-97A8-C483-3F36E480F12F}"/>
          </ac:spMkLst>
        </pc:spChg>
        <pc:spChg chg="add mod">
          <ac:chgData name="Dey, Samrat Kumar (MU-Student)" userId="7cbadb04-92b8-49b2-9bcd-b558f686a928" providerId="ADAL" clId="{EFEA03D6-19D9-4E8C-8076-D8A852ED9410}" dt="2026-05-20T19:06:26.683" v="3970" actId="571"/>
          <ac:spMkLst>
            <pc:docMk/>
            <pc:sldMk cId="3490554068" sldId="266"/>
            <ac:spMk id="190" creationId="{06E0B64E-C7DB-B644-16D1-E9B60E597004}"/>
          </ac:spMkLst>
        </pc:spChg>
        <pc:spChg chg="add mod">
          <ac:chgData name="Dey, Samrat Kumar (MU-Student)" userId="7cbadb04-92b8-49b2-9bcd-b558f686a928" providerId="ADAL" clId="{EFEA03D6-19D9-4E8C-8076-D8A852ED9410}" dt="2026-05-20T19:10:50.706" v="4126" actId="20577"/>
          <ac:spMkLst>
            <pc:docMk/>
            <pc:sldMk cId="3490554068" sldId="266"/>
            <ac:spMk id="191" creationId="{863CE0B1-E30C-7A9B-D55F-A84AFC9B77E1}"/>
          </ac:spMkLst>
        </pc:spChg>
        <pc:spChg chg="add mod">
          <ac:chgData name="Dey, Samrat Kumar (MU-Student)" userId="7cbadb04-92b8-49b2-9bcd-b558f686a928" providerId="ADAL" clId="{EFEA03D6-19D9-4E8C-8076-D8A852ED9410}" dt="2026-05-20T19:11:25.257" v="4137" actId="14100"/>
          <ac:spMkLst>
            <pc:docMk/>
            <pc:sldMk cId="3490554068" sldId="266"/>
            <ac:spMk id="192" creationId="{EB8DBAF9-7347-152D-444E-88CE7CAB8CAC}"/>
          </ac:spMkLst>
        </pc:spChg>
        <pc:spChg chg="add mod">
          <ac:chgData name="Dey, Samrat Kumar (MU-Student)" userId="7cbadb04-92b8-49b2-9bcd-b558f686a928" providerId="ADAL" clId="{EFEA03D6-19D9-4E8C-8076-D8A852ED9410}" dt="2026-05-20T19:06:37.194" v="3971" actId="571"/>
          <ac:spMkLst>
            <pc:docMk/>
            <pc:sldMk cId="3490554068" sldId="266"/>
            <ac:spMk id="193" creationId="{36811323-5473-8610-2265-053F45AA6609}"/>
          </ac:spMkLst>
        </pc:spChg>
        <pc:spChg chg="add mod">
          <ac:chgData name="Dey, Samrat Kumar (MU-Student)" userId="7cbadb04-92b8-49b2-9bcd-b558f686a928" providerId="ADAL" clId="{EFEA03D6-19D9-4E8C-8076-D8A852ED9410}" dt="2026-05-20T19:06:37.194" v="3971" actId="571"/>
          <ac:spMkLst>
            <pc:docMk/>
            <pc:sldMk cId="3490554068" sldId="266"/>
            <ac:spMk id="194" creationId="{3FD909A8-092C-B1E9-1954-A6BB721AE67C}"/>
          </ac:spMkLst>
        </pc:spChg>
        <pc:spChg chg="add mod">
          <ac:chgData name="Dey, Samrat Kumar (MU-Student)" userId="7cbadb04-92b8-49b2-9bcd-b558f686a928" providerId="ADAL" clId="{EFEA03D6-19D9-4E8C-8076-D8A852ED9410}" dt="2026-05-20T19:11:32.371" v="4138" actId="20577"/>
          <ac:spMkLst>
            <pc:docMk/>
            <pc:sldMk cId="3490554068" sldId="266"/>
            <ac:spMk id="195" creationId="{A928C8D7-03EA-B4B7-762C-BF8C01C29F7E}"/>
          </ac:spMkLst>
        </pc:spChg>
        <pc:spChg chg="add mod">
          <ac:chgData name="Dey, Samrat Kumar (MU-Student)" userId="7cbadb04-92b8-49b2-9bcd-b558f686a928" providerId="ADAL" clId="{EFEA03D6-19D9-4E8C-8076-D8A852ED9410}" dt="2026-05-20T19:12:21.232" v="4184" actId="20577"/>
          <ac:spMkLst>
            <pc:docMk/>
            <pc:sldMk cId="3490554068" sldId="266"/>
            <ac:spMk id="196" creationId="{C67C0749-6E4E-9C5A-7D92-DA423808094D}"/>
          </ac:spMkLst>
        </pc:spChg>
        <pc:spChg chg="add mod">
          <ac:chgData name="Dey, Samrat Kumar (MU-Student)" userId="7cbadb04-92b8-49b2-9bcd-b558f686a928" providerId="ADAL" clId="{EFEA03D6-19D9-4E8C-8076-D8A852ED9410}" dt="2026-05-20T19:10:42.913" v="4125" actId="1035"/>
          <ac:spMkLst>
            <pc:docMk/>
            <pc:sldMk cId="3490554068" sldId="266"/>
            <ac:spMk id="197" creationId="{2C998729-1CF2-BE63-CBE4-3956BEF9026F}"/>
          </ac:spMkLst>
        </pc:spChg>
        <pc:spChg chg="add mod">
          <ac:chgData name="Dey, Samrat Kumar (MU-Student)" userId="7cbadb04-92b8-49b2-9bcd-b558f686a928" providerId="ADAL" clId="{EFEA03D6-19D9-4E8C-8076-D8A852ED9410}" dt="2026-05-20T19:10:25.743" v="4122" actId="1035"/>
          <ac:spMkLst>
            <pc:docMk/>
            <pc:sldMk cId="3490554068" sldId="266"/>
            <ac:spMk id="198" creationId="{478CB971-09C2-774C-C86C-390A25C554CE}"/>
          </ac:spMkLst>
        </pc:spChg>
        <pc:spChg chg="add mod">
          <ac:chgData name="Dey, Samrat Kumar (MU-Student)" userId="7cbadb04-92b8-49b2-9bcd-b558f686a928" providerId="ADAL" clId="{EFEA03D6-19D9-4E8C-8076-D8A852ED9410}" dt="2026-05-20T19:10:25.743" v="4122" actId="1035"/>
          <ac:spMkLst>
            <pc:docMk/>
            <pc:sldMk cId="3490554068" sldId="266"/>
            <ac:spMk id="199" creationId="{9DAF034F-7BD0-3C0C-8AD0-2CB57BAFFE49}"/>
          </ac:spMkLst>
        </pc:spChg>
        <pc:spChg chg="add mod">
          <ac:chgData name="Dey, Samrat Kumar (MU-Student)" userId="7cbadb04-92b8-49b2-9bcd-b558f686a928" providerId="ADAL" clId="{EFEA03D6-19D9-4E8C-8076-D8A852ED9410}" dt="2026-05-20T19:10:25.743" v="4122" actId="1035"/>
          <ac:spMkLst>
            <pc:docMk/>
            <pc:sldMk cId="3490554068" sldId="266"/>
            <ac:spMk id="200" creationId="{EA06DB65-C84E-75F8-19C6-1522737B6A49}"/>
          </ac:spMkLst>
        </pc:spChg>
        <pc:spChg chg="add mod">
          <ac:chgData name="Dey, Samrat Kumar (MU-Student)" userId="7cbadb04-92b8-49b2-9bcd-b558f686a928" providerId="ADAL" clId="{EFEA03D6-19D9-4E8C-8076-D8A852ED9410}" dt="2026-05-20T19:10:25.743" v="4122" actId="1035"/>
          <ac:spMkLst>
            <pc:docMk/>
            <pc:sldMk cId="3490554068" sldId="266"/>
            <ac:spMk id="201" creationId="{8914452E-5F4D-9431-5757-E0E18A8CBA50}"/>
          </ac:spMkLst>
        </pc:spChg>
        <pc:spChg chg="add mod">
          <ac:chgData name="Dey, Samrat Kumar (MU-Student)" userId="7cbadb04-92b8-49b2-9bcd-b558f686a928" providerId="ADAL" clId="{EFEA03D6-19D9-4E8C-8076-D8A852ED9410}" dt="2026-05-26T17:07:28.120" v="5305" actId="1035"/>
          <ac:spMkLst>
            <pc:docMk/>
            <pc:sldMk cId="3490554068" sldId="266"/>
            <ac:spMk id="205" creationId="{DE6140A0-1D1B-0E8D-3E76-B6990066EE63}"/>
          </ac:spMkLst>
        </pc:spChg>
        <pc:spChg chg="mod">
          <ac:chgData name="Dey, Samrat Kumar (MU-Student)" userId="7cbadb04-92b8-49b2-9bcd-b558f686a928" providerId="ADAL" clId="{EFEA03D6-19D9-4E8C-8076-D8A852ED9410}" dt="2026-05-20T19:54:43.130" v="4457" actId="403"/>
          <ac:spMkLst>
            <pc:docMk/>
            <pc:sldMk cId="3490554068" sldId="266"/>
            <ac:spMk id="208" creationId="{BD00482A-B39D-0B5E-AB68-BEE8C2D872B7}"/>
          </ac:spMkLst>
        </pc:spChg>
        <pc:spChg chg="add mod">
          <ac:chgData name="Dey, Samrat Kumar (MU-Student)" userId="7cbadb04-92b8-49b2-9bcd-b558f686a928" providerId="ADAL" clId="{EFEA03D6-19D9-4E8C-8076-D8A852ED9410}" dt="2026-05-26T17:18:45.621" v="5496" actId="20577"/>
          <ac:spMkLst>
            <pc:docMk/>
            <pc:sldMk cId="3490554068" sldId="266"/>
            <ac:spMk id="212" creationId="{04D9CA0B-8568-4A30-8789-81888A217157}"/>
          </ac:spMkLst>
        </pc:spChg>
        <pc:spChg chg="add mod">
          <ac:chgData name="Dey, Samrat Kumar (MU-Student)" userId="7cbadb04-92b8-49b2-9bcd-b558f686a928" providerId="ADAL" clId="{EFEA03D6-19D9-4E8C-8076-D8A852ED9410}" dt="2026-05-26T05:21:37.556" v="5126" actId="14100"/>
          <ac:spMkLst>
            <pc:docMk/>
            <pc:sldMk cId="3490554068" sldId="266"/>
            <ac:spMk id="213" creationId="{C157E2A9-33C1-5AF1-712A-8982BF5C4A62}"/>
          </ac:spMkLst>
        </pc:spChg>
        <pc:spChg chg="add del mod">
          <ac:chgData name="Dey, Samrat Kumar (MU-Student)" userId="7cbadb04-92b8-49b2-9bcd-b558f686a928" providerId="ADAL" clId="{EFEA03D6-19D9-4E8C-8076-D8A852ED9410}" dt="2026-05-27T06:56:27.341" v="5507" actId="478"/>
          <ac:spMkLst>
            <pc:docMk/>
            <pc:sldMk cId="3490554068" sldId="266"/>
            <ac:spMk id="214" creationId="{9A315F05-5B89-FA32-B7AE-43DF5687A5C5}"/>
          </ac:spMkLst>
        </pc:spChg>
        <pc:spChg chg="add mod">
          <ac:chgData name="Dey, Samrat Kumar (MU-Student)" userId="7cbadb04-92b8-49b2-9bcd-b558f686a928" providerId="ADAL" clId="{EFEA03D6-19D9-4E8C-8076-D8A852ED9410}" dt="2026-05-26T05:22:09.833" v="5130" actId="14100"/>
          <ac:spMkLst>
            <pc:docMk/>
            <pc:sldMk cId="3490554068" sldId="266"/>
            <ac:spMk id="215" creationId="{D41B9091-6C27-2320-C0E6-72315C6FA3C3}"/>
          </ac:spMkLst>
        </pc:spChg>
        <pc:spChg chg="mod">
          <ac:chgData name="Dey, Samrat Kumar (MU-Student)" userId="7cbadb04-92b8-49b2-9bcd-b558f686a928" providerId="ADAL" clId="{EFEA03D6-19D9-4E8C-8076-D8A852ED9410}" dt="2026-05-20T19:35:10.157" v="4336" actId="1076"/>
          <ac:spMkLst>
            <pc:docMk/>
            <pc:sldMk cId="3490554068" sldId="266"/>
            <ac:spMk id="216" creationId="{B0648E5B-BEFF-14C1-B66A-334C5D8F7566}"/>
          </ac:spMkLst>
        </pc:spChg>
        <pc:spChg chg="add mod">
          <ac:chgData name="Dey, Samrat Kumar (MU-Student)" userId="7cbadb04-92b8-49b2-9bcd-b558f686a928" providerId="ADAL" clId="{EFEA03D6-19D9-4E8C-8076-D8A852ED9410}" dt="2026-05-20T19:35:10.157" v="4336" actId="1076"/>
          <ac:spMkLst>
            <pc:docMk/>
            <pc:sldMk cId="3490554068" sldId="266"/>
            <ac:spMk id="217" creationId="{19BCBE78-672A-E59C-39ED-C14AB1AB9BAA}"/>
          </ac:spMkLst>
        </pc:spChg>
        <pc:spChg chg="add mod ord">
          <ac:chgData name="Dey, Samrat Kumar (MU-Student)" userId="7cbadb04-92b8-49b2-9bcd-b558f686a928" providerId="ADAL" clId="{EFEA03D6-19D9-4E8C-8076-D8A852ED9410}" dt="2026-05-26T05:21:49.846" v="5128" actId="14100"/>
          <ac:spMkLst>
            <pc:docMk/>
            <pc:sldMk cId="3490554068" sldId="266"/>
            <ac:spMk id="218" creationId="{44577D33-33AB-D875-3200-566CC48D88A8}"/>
          </ac:spMkLst>
        </pc:spChg>
        <pc:spChg chg="add mod">
          <ac:chgData name="Dey, Samrat Kumar (MU-Student)" userId="7cbadb04-92b8-49b2-9bcd-b558f686a928" providerId="ADAL" clId="{EFEA03D6-19D9-4E8C-8076-D8A852ED9410}" dt="2026-05-26T05:22:01.133" v="5129" actId="14100"/>
          <ac:spMkLst>
            <pc:docMk/>
            <pc:sldMk cId="3490554068" sldId="266"/>
            <ac:spMk id="224" creationId="{A044806B-C45E-7274-A273-D7142E4E36A6}"/>
          </ac:spMkLst>
        </pc:spChg>
        <pc:spChg chg="add mod">
          <ac:chgData name="Dey, Samrat Kumar (MU-Student)" userId="7cbadb04-92b8-49b2-9bcd-b558f686a928" providerId="ADAL" clId="{EFEA03D6-19D9-4E8C-8076-D8A852ED9410}" dt="2026-05-20T19:35:30.496" v="4342" actId="207"/>
          <ac:spMkLst>
            <pc:docMk/>
            <pc:sldMk cId="3490554068" sldId="266"/>
            <ac:spMk id="225" creationId="{0B1F55A6-6E9E-9189-A1FC-8912BA7199AA}"/>
          </ac:spMkLst>
        </pc:spChg>
        <pc:spChg chg="add mod">
          <ac:chgData name="Dey, Samrat Kumar (MU-Student)" userId="7cbadb04-92b8-49b2-9bcd-b558f686a928" providerId="ADAL" clId="{EFEA03D6-19D9-4E8C-8076-D8A852ED9410}" dt="2026-05-20T19:37:57.213" v="4407" actId="20577"/>
          <ac:spMkLst>
            <pc:docMk/>
            <pc:sldMk cId="3490554068" sldId="266"/>
            <ac:spMk id="226" creationId="{37A31A0F-14E9-FD4C-471A-CC6E9E4E0493}"/>
          </ac:spMkLst>
        </pc:spChg>
        <pc:spChg chg="add mod">
          <ac:chgData name="Dey, Samrat Kumar (MU-Student)" userId="7cbadb04-92b8-49b2-9bcd-b558f686a928" providerId="ADAL" clId="{EFEA03D6-19D9-4E8C-8076-D8A852ED9410}" dt="2026-05-26T05:22:35.178" v="5133" actId="14100"/>
          <ac:spMkLst>
            <pc:docMk/>
            <pc:sldMk cId="3490554068" sldId="266"/>
            <ac:spMk id="227" creationId="{3A52FDA0-6C9F-CD4A-465B-0020A378D1AE}"/>
          </ac:spMkLst>
        </pc:spChg>
        <pc:spChg chg="add mod">
          <ac:chgData name="Dey, Samrat Kumar (MU-Student)" userId="7cbadb04-92b8-49b2-9bcd-b558f686a928" providerId="ADAL" clId="{EFEA03D6-19D9-4E8C-8076-D8A852ED9410}" dt="2026-05-20T19:40:07.479" v="4434" actId="1076"/>
          <ac:spMkLst>
            <pc:docMk/>
            <pc:sldMk cId="3490554068" sldId="266"/>
            <ac:spMk id="228" creationId="{D7815AC8-1208-A165-9134-0E46A5780478}"/>
          </ac:spMkLst>
        </pc:spChg>
        <pc:spChg chg="add mod">
          <ac:chgData name="Dey, Samrat Kumar (MU-Student)" userId="7cbadb04-92b8-49b2-9bcd-b558f686a928" providerId="ADAL" clId="{EFEA03D6-19D9-4E8C-8076-D8A852ED9410}" dt="2026-05-20T19:40:07.479" v="4434" actId="1076"/>
          <ac:spMkLst>
            <pc:docMk/>
            <pc:sldMk cId="3490554068" sldId="266"/>
            <ac:spMk id="229" creationId="{92E26D77-99DD-7ECB-070A-7515DF11C295}"/>
          </ac:spMkLst>
        </pc:spChg>
        <pc:spChg chg="add mod">
          <ac:chgData name="Dey, Samrat Kumar (MU-Student)" userId="7cbadb04-92b8-49b2-9bcd-b558f686a928" providerId="ADAL" clId="{EFEA03D6-19D9-4E8C-8076-D8A852ED9410}" dt="2026-05-26T05:22:28.237" v="5132" actId="14100"/>
          <ac:spMkLst>
            <pc:docMk/>
            <pc:sldMk cId="3490554068" sldId="266"/>
            <ac:spMk id="230" creationId="{B9FDAB3A-6795-80DB-EA18-AAF688AC17A4}"/>
          </ac:spMkLst>
        </pc:spChg>
        <pc:spChg chg="add mod">
          <ac:chgData name="Dey, Samrat Kumar (MU-Student)" userId="7cbadb04-92b8-49b2-9bcd-b558f686a928" providerId="ADAL" clId="{EFEA03D6-19D9-4E8C-8076-D8A852ED9410}" dt="2026-05-26T05:26:07.784" v="5149" actId="1582"/>
          <ac:spMkLst>
            <pc:docMk/>
            <pc:sldMk cId="3490554068" sldId="266"/>
            <ac:spMk id="234" creationId="{8F09F3E0-71E7-DA58-C52F-0FAA82C71C6E}"/>
          </ac:spMkLst>
        </pc:spChg>
        <pc:spChg chg="add mod">
          <ac:chgData name="Dey, Samrat Kumar (MU-Student)" userId="7cbadb04-92b8-49b2-9bcd-b558f686a928" providerId="ADAL" clId="{EFEA03D6-19D9-4E8C-8076-D8A852ED9410}" dt="2026-05-26T17:18:56.708" v="5506" actId="6549"/>
          <ac:spMkLst>
            <pc:docMk/>
            <pc:sldMk cId="3490554068" sldId="266"/>
            <ac:spMk id="237" creationId="{4D39668A-9089-40C1-C2E8-98F5E198015E}"/>
          </ac:spMkLst>
        </pc:spChg>
        <pc:spChg chg="add mod">
          <ac:chgData name="Dey, Samrat Kumar (MU-Student)" userId="7cbadb04-92b8-49b2-9bcd-b558f686a928" providerId="ADAL" clId="{EFEA03D6-19D9-4E8C-8076-D8A852ED9410}" dt="2026-05-20T20:17:46.786" v="4639" actId="113"/>
          <ac:spMkLst>
            <pc:docMk/>
            <pc:sldMk cId="3490554068" sldId="266"/>
            <ac:spMk id="243" creationId="{AE6A6DD5-1A2E-FAB8-6074-2629E8EF35DC}"/>
          </ac:spMkLst>
        </pc:spChg>
        <pc:spChg chg="mod">
          <ac:chgData name="Dey, Samrat Kumar (MU-Student)" userId="7cbadb04-92b8-49b2-9bcd-b558f686a928" providerId="ADAL" clId="{EFEA03D6-19D9-4E8C-8076-D8A852ED9410}" dt="2026-05-20T20:21:29.701" v="4656" actId="1076"/>
          <ac:spMkLst>
            <pc:docMk/>
            <pc:sldMk cId="3490554068" sldId="266"/>
            <ac:spMk id="245" creationId="{A96052ED-9411-7DA8-6FA8-E628C1221D3D}"/>
          </ac:spMkLst>
        </pc:spChg>
        <pc:spChg chg="add mod">
          <ac:chgData name="Dey, Samrat Kumar (MU-Student)" userId="7cbadb04-92b8-49b2-9bcd-b558f686a928" providerId="ADAL" clId="{EFEA03D6-19D9-4E8C-8076-D8A852ED9410}" dt="2026-05-20T20:39:41.115" v="4764" actId="14100"/>
          <ac:spMkLst>
            <pc:docMk/>
            <pc:sldMk cId="3490554068" sldId="266"/>
            <ac:spMk id="250" creationId="{020A7F86-C37D-92B7-D420-8D06BB49A239}"/>
          </ac:spMkLst>
        </pc:spChg>
        <pc:spChg chg="add mod">
          <ac:chgData name="Dey, Samrat Kumar (MU-Student)" userId="7cbadb04-92b8-49b2-9bcd-b558f686a928" providerId="ADAL" clId="{EFEA03D6-19D9-4E8C-8076-D8A852ED9410}" dt="2026-05-26T04:54:45.547" v="4928" actId="14100"/>
          <ac:spMkLst>
            <pc:docMk/>
            <pc:sldMk cId="3490554068" sldId="266"/>
            <ac:spMk id="251" creationId="{A127C85D-E1EC-6714-CFCA-040E03B745CB}"/>
          </ac:spMkLst>
        </pc:spChg>
        <pc:spChg chg="add mod">
          <ac:chgData name="Dey, Samrat Kumar (MU-Student)" userId="7cbadb04-92b8-49b2-9bcd-b558f686a928" providerId="ADAL" clId="{EFEA03D6-19D9-4E8C-8076-D8A852ED9410}" dt="2026-05-26T04:54:12.432" v="4922" actId="1076"/>
          <ac:spMkLst>
            <pc:docMk/>
            <pc:sldMk cId="3490554068" sldId="266"/>
            <ac:spMk id="253" creationId="{81DEAD83-A480-BAC0-C20F-73CE08D9C9B6}"/>
          </ac:spMkLst>
        </pc:spChg>
        <pc:spChg chg="add mod">
          <ac:chgData name="Dey, Samrat Kumar (MU-Student)" userId="7cbadb04-92b8-49b2-9bcd-b558f686a928" providerId="ADAL" clId="{EFEA03D6-19D9-4E8C-8076-D8A852ED9410}" dt="2026-05-26T04:55:44.684" v="4936" actId="1076"/>
          <ac:spMkLst>
            <pc:docMk/>
            <pc:sldMk cId="3490554068" sldId="266"/>
            <ac:spMk id="260" creationId="{88B5EFFF-6C2C-E2B0-EF0E-ABC1DCC482F9}"/>
          </ac:spMkLst>
        </pc:spChg>
        <pc:spChg chg="add mod">
          <ac:chgData name="Dey, Samrat Kumar (MU-Student)" userId="7cbadb04-92b8-49b2-9bcd-b558f686a928" providerId="ADAL" clId="{EFEA03D6-19D9-4E8C-8076-D8A852ED9410}" dt="2026-05-26T04:56:00.435" v="4937" actId="1076"/>
          <ac:spMkLst>
            <pc:docMk/>
            <pc:sldMk cId="3490554068" sldId="266"/>
            <ac:spMk id="261" creationId="{BD86929F-18CA-3F3A-0BD8-0B6876D34440}"/>
          </ac:spMkLst>
        </pc:spChg>
        <pc:grpChg chg="add mod">
          <ac:chgData name="Dey, Samrat Kumar (MU-Student)" userId="7cbadb04-92b8-49b2-9bcd-b558f686a928" providerId="ADAL" clId="{EFEA03D6-19D9-4E8C-8076-D8A852ED9410}" dt="2026-05-26T17:14:20.275" v="5446" actId="1036"/>
          <ac:grpSpMkLst>
            <pc:docMk/>
            <pc:sldMk cId="3490554068" sldId="266"/>
            <ac:grpSpMk id="7" creationId="{51AA7BEE-E2E1-00BA-FA54-B83B001811A5}"/>
          </ac:grpSpMkLst>
        </pc:grpChg>
        <pc:grpChg chg="mod">
          <ac:chgData name="Dey, Samrat Kumar (MU-Student)" userId="7cbadb04-92b8-49b2-9bcd-b558f686a928" providerId="ADAL" clId="{EFEA03D6-19D9-4E8C-8076-D8A852ED9410}" dt="2026-05-20T18:44:57.891" v="3744" actId="571"/>
          <ac:grpSpMkLst>
            <pc:docMk/>
            <pc:sldMk cId="3490554068" sldId="266"/>
            <ac:grpSpMk id="29" creationId="{FE49433D-4809-FD7D-E690-852EF67F853C}"/>
          </ac:grpSpMkLst>
        </pc:grpChg>
        <pc:grpChg chg="mod">
          <ac:chgData name="Dey, Samrat Kumar (MU-Student)" userId="7cbadb04-92b8-49b2-9bcd-b558f686a928" providerId="ADAL" clId="{EFEA03D6-19D9-4E8C-8076-D8A852ED9410}" dt="2026-05-20T21:12:50.450" v="4869" actId="1076"/>
          <ac:grpSpMkLst>
            <pc:docMk/>
            <pc:sldMk cId="3490554068" sldId="266"/>
            <ac:grpSpMk id="30" creationId="{AD9BD8AC-BEDD-7E65-2C31-B843DA8DA5EA}"/>
          </ac:grpSpMkLst>
        </pc:grpChg>
        <pc:grpChg chg="mod">
          <ac:chgData name="Dey, Samrat Kumar (MU-Student)" userId="7cbadb04-92b8-49b2-9bcd-b558f686a928" providerId="ADAL" clId="{EFEA03D6-19D9-4E8C-8076-D8A852ED9410}" dt="2026-05-20T18:44:43.889" v="3742" actId="571"/>
          <ac:grpSpMkLst>
            <pc:docMk/>
            <pc:sldMk cId="3490554068" sldId="266"/>
            <ac:grpSpMk id="41" creationId="{91D38D09-61D7-3517-8BB4-05A253361845}"/>
          </ac:grpSpMkLst>
        </pc:grpChg>
        <pc:grpChg chg="mod">
          <ac:chgData name="Dey, Samrat Kumar (MU-Student)" userId="7cbadb04-92b8-49b2-9bcd-b558f686a928" providerId="ADAL" clId="{EFEA03D6-19D9-4E8C-8076-D8A852ED9410}" dt="2026-05-26T04:56:32.929" v="4939" actId="1076"/>
          <ac:grpSpMkLst>
            <pc:docMk/>
            <pc:sldMk cId="3490554068" sldId="266"/>
            <ac:grpSpMk id="45" creationId="{310C782D-382F-8207-AC6B-22A16F8332F6}"/>
          </ac:grpSpMkLst>
        </pc:grpChg>
        <pc:grpChg chg="mod">
          <ac:chgData name="Dey, Samrat Kumar (MU-Student)" userId="7cbadb04-92b8-49b2-9bcd-b558f686a928" providerId="ADAL" clId="{EFEA03D6-19D9-4E8C-8076-D8A852ED9410}" dt="2026-05-26T17:17:10.349" v="5473" actId="1036"/>
          <ac:grpSpMkLst>
            <pc:docMk/>
            <pc:sldMk cId="3490554068" sldId="266"/>
            <ac:grpSpMk id="48" creationId="{15CD7FF6-04EA-FEA8-2242-D0246798F9D5}"/>
          </ac:grpSpMkLst>
        </pc:grpChg>
        <pc:grpChg chg="add mod">
          <ac:chgData name="Dey, Samrat Kumar (MU-Student)" userId="7cbadb04-92b8-49b2-9bcd-b558f686a928" providerId="ADAL" clId="{EFEA03D6-19D9-4E8C-8076-D8A852ED9410}" dt="2026-05-20T17:58:30.436" v="3470" actId="1076"/>
          <ac:grpSpMkLst>
            <pc:docMk/>
            <pc:sldMk cId="3490554068" sldId="266"/>
            <ac:grpSpMk id="70" creationId="{C105C1F0-AABE-F78B-D7C7-3C3042651714}"/>
          </ac:grpSpMkLst>
        </pc:grpChg>
        <pc:grpChg chg="add mod">
          <ac:chgData name="Dey, Samrat Kumar (MU-Student)" userId="7cbadb04-92b8-49b2-9bcd-b558f686a928" providerId="ADAL" clId="{EFEA03D6-19D9-4E8C-8076-D8A852ED9410}" dt="2026-05-26T05:30:22.686" v="5178" actId="1036"/>
          <ac:grpSpMkLst>
            <pc:docMk/>
            <pc:sldMk cId="3490554068" sldId="266"/>
            <ac:grpSpMk id="107" creationId="{C7B12575-A72B-75A9-5845-EF6ECF1AC7A2}"/>
          </ac:grpSpMkLst>
        </pc:grpChg>
        <pc:grpChg chg="mod">
          <ac:chgData name="Dey, Samrat Kumar (MU-Student)" userId="7cbadb04-92b8-49b2-9bcd-b558f686a928" providerId="ADAL" clId="{EFEA03D6-19D9-4E8C-8076-D8A852ED9410}" dt="2026-05-20T19:26:51.232" v="4262" actId="571"/>
          <ac:grpSpMkLst>
            <pc:docMk/>
            <pc:sldMk cId="3490554068" sldId="266"/>
            <ac:grpSpMk id="121" creationId="{782D7E5A-5C20-CEDB-807B-0FB0537E7F5D}"/>
          </ac:grpSpMkLst>
        </pc:grpChg>
        <pc:grpChg chg="mod">
          <ac:chgData name="Dey, Samrat Kumar (MU-Student)" userId="7cbadb04-92b8-49b2-9bcd-b558f686a928" providerId="ADAL" clId="{EFEA03D6-19D9-4E8C-8076-D8A852ED9410}" dt="2026-05-20T20:05:03.704" v="4535" actId="14100"/>
          <ac:grpSpMkLst>
            <pc:docMk/>
            <pc:sldMk cId="3490554068" sldId="266"/>
            <ac:grpSpMk id="146" creationId="{74473DED-4099-A5C2-C3C8-22C65511AE49}"/>
          </ac:grpSpMkLst>
        </pc:grpChg>
        <pc:grpChg chg="add mod">
          <ac:chgData name="Dey, Samrat Kumar (MU-Student)" userId="7cbadb04-92b8-49b2-9bcd-b558f686a928" providerId="ADAL" clId="{EFEA03D6-19D9-4E8C-8076-D8A852ED9410}" dt="2026-05-20T19:27:26.360" v="4277" actId="14100"/>
          <ac:grpSpMkLst>
            <pc:docMk/>
            <pc:sldMk cId="3490554068" sldId="266"/>
            <ac:grpSpMk id="207" creationId="{09BD49A6-A2F0-9C47-09BD-E8C80EB7B800}"/>
          </ac:grpSpMkLst>
        </pc:grpChg>
        <pc:grpChg chg="add mod">
          <ac:chgData name="Dey, Samrat Kumar (MU-Student)" userId="7cbadb04-92b8-49b2-9bcd-b558f686a928" providerId="ADAL" clId="{EFEA03D6-19D9-4E8C-8076-D8A852ED9410}" dt="2026-05-20T20:40:15.329" v="4765" actId="1076"/>
          <ac:grpSpMkLst>
            <pc:docMk/>
            <pc:sldMk cId="3490554068" sldId="266"/>
            <ac:grpSpMk id="244" creationId="{75AE4656-95E2-C002-6DDB-968C50EBC3AE}"/>
          </ac:grpSpMkLst>
        </pc:grpChg>
        <pc:graphicFrameChg chg="add mod modGraphic">
          <ac:chgData name="Dey, Samrat Kumar (MU-Student)" userId="7cbadb04-92b8-49b2-9bcd-b558f686a928" providerId="ADAL" clId="{EFEA03D6-19D9-4E8C-8076-D8A852ED9410}" dt="2026-05-20T19:19:03.646" v="4245" actId="121"/>
          <ac:graphicFrameMkLst>
            <pc:docMk/>
            <pc:sldMk cId="3490554068" sldId="266"/>
            <ac:graphicFrameMk id="203" creationId="{AF6ACDEF-35DF-A674-24A9-3D146A4DE1BD}"/>
          </ac:graphicFrameMkLst>
        </pc:graphicFrameChg>
        <pc:graphicFrameChg chg="add mod modGraphic">
          <ac:chgData name="Dey, Samrat Kumar (MU-Student)" userId="7cbadb04-92b8-49b2-9bcd-b558f686a928" providerId="ADAL" clId="{EFEA03D6-19D9-4E8C-8076-D8A852ED9410}" dt="2026-05-20T20:15:01.792" v="4628" actId="1076"/>
          <ac:graphicFrameMkLst>
            <pc:docMk/>
            <pc:sldMk cId="3490554068" sldId="266"/>
            <ac:graphicFrameMk id="241" creationId="{3E5119EE-66A2-FD64-FA7E-EB1BE3082965}"/>
          </ac:graphicFrameMkLst>
        </pc:graphicFrameChg>
        <pc:picChg chg="add mod">
          <ac:chgData name="Dey, Samrat Kumar (MU-Student)" userId="7cbadb04-92b8-49b2-9bcd-b558f686a928" providerId="ADAL" clId="{EFEA03D6-19D9-4E8C-8076-D8A852ED9410}" dt="2026-05-20T16:35:07.862" v="3151"/>
          <ac:picMkLst>
            <pc:docMk/>
            <pc:sldMk cId="3490554068" sldId="266"/>
            <ac:picMk id="6" creationId="{202D70E3-17DE-0CEF-A482-319ACB9C4F44}"/>
          </ac:picMkLst>
        </pc:picChg>
        <pc:picChg chg="add mod">
          <ac:chgData name="Dey, Samrat Kumar (MU-Student)" userId="7cbadb04-92b8-49b2-9bcd-b558f686a928" providerId="ADAL" clId="{EFEA03D6-19D9-4E8C-8076-D8A852ED9410}" dt="2026-05-20T16:33:19.383" v="3118"/>
          <ac:picMkLst>
            <pc:docMk/>
            <pc:sldMk cId="3490554068" sldId="266"/>
            <ac:picMk id="8" creationId="{194452DD-8616-CAFF-928B-91569991B989}"/>
          </ac:picMkLst>
        </pc:picChg>
        <pc:picChg chg="mod">
          <ac:chgData name="Dey, Samrat Kumar (MU-Student)" userId="7cbadb04-92b8-49b2-9bcd-b558f686a928" providerId="ADAL" clId="{EFEA03D6-19D9-4E8C-8076-D8A852ED9410}" dt="2026-05-20T16:34:46.639" v="3150"/>
          <ac:picMkLst>
            <pc:docMk/>
            <pc:sldMk cId="3490554068" sldId="266"/>
            <ac:picMk id="20" creationId="{3B5EE10B-4474-CEDD-2F77-9B37641FEE83}"/>
          </ac:picMkLst>
        </pc:picChg>
        <pc:picChg chg="mod">
          <ac:chgData name="Dey, Samrat Kumar (MU-Student)" userId="7cbadb04-92b8-49b2-9bcd-b558f686a928" providerId="ADAL" clId="{EFEA03D6-19D9-4E8C-8076-D8A852ED9410}" dt="2026-05-20T16:33:08.715" v="3117"/>
          <ac:picMkLst>
            <pc:docMk/>
            <pc:sldMk cId="3490554068" sldId="266"/>
            <ac:picMk id="21" creationId="{B54C02B8-8A6C-B3AD-04D5-6EDDC20C9D07}"/>
          </ac:picMkLst>
        </pc:picChg>
        <pc:picChg chg="mod">
          <ac:chgData name="Dey, Samrat Kumar (MU-Student)" userId="7cbadb04-92b8-49b2-9bcd-b558f686a928" providerId="ADAL" clId="{EFEA03D6-19D9-4E8C-8076-D8A852ED9410}" dt="2026-05-26T17:06:47.227" v="5301" actId="1037"/>
          <ac:picMkLst>
            <pc:docMk/>
            <pc:sldMk cId="3490554068" sldId="266"/>
            <ac:picMk id="93" creationId="{715E37E5-0BB4-3CD0-15D5-6B34537E6608}"/>
          </ac:picMkLst>
        </pc:picChg>
        <pc:picChg chg="mod ord">
          <ac:chgData name="Dey, Samrat Kumar (MU-Student)" userId="7cbadb04-92b8-49b2-9bcd-b558f686a928" providerId="ADAL" clId="{EFEA03D6-19D9-4E8C-8076-D8A852ED9410}" dt="2026-05-26T17:04:33.008" v="5293" actId="1036"/>
          <ac:picMkLst>
            <pc:docMk/>
            <pc:sldMk cId="3490554068" sldId="266"/>
            <ac:picMk id="95" creationId="{ED7AC00C-2114-3608-5FDD-C061F895869B}"/>
          </ac:picMkLst>
        </pc:picChg>
        <pc:picChg chg="add mod ord">
          <ac:chgData name="Dey, Samrat Kumar (MU-Student)" userId="7cbadb04-92b8-49b2-9bcd-b558f686a928" providerId="ADAL" clId="{EFEA03D6-19D9-4E8C-8076-D8A852ED9410}" dt="2026-05-26T17:08:16.875" v="5313" actId="1036"/>
          <ac:picMkLst>
            <pc:docMk/>
            <pc:sldMk cId="3490554068" sldId="266"/>
            <ac:picMk id="100" creationId="{CD8E74B5-393B-4026-9B1A-C2C0FF949087}"/>
          </ac:picMkLst>
        </pc:picChg>
        <pc:picChg chg="add mod ord">
          <ac:chgData name="Dey, Samrat Kumar (MU-Student)" userId="7cbadb04-92b8-49b2-9bcd-b558f686a928" providerId="ADAL" clId="{EFEA03D6-19D9-4E8C-8076-D8A852ED9410}" dt="2026-05-26T05:25:57.647" v="5148" actId="167"/>
          <ac:picMkLst>
            <pc:docMk/>
            <pc:sldMk cId="3490554068" sldId="266"/>
            <ac:picMk id="211" creationId="{873DF5C1-98DF-B67F-42C2-24AEBAC56974}"/>
          </ac:picMkLst>
        </pc:picChg>
        <pc:picChg chg="add mod">
          <ac:chgData name="Dey, Samrat Kumar (MU-Student)" userId="7cbadb04-92b8-49b2-9bcd-b558f686a928" providerId="ADAL" clId="{EFEA03D6-19D9-4E8C-8076-D8A852ED9410}" dt="2026-05-26T05:30:44.535" v="5180" actId="1035"/>
          <ac:picMkLst>
            <pc:docMk/>
            <pc:sldMk cId="3490554068" sldId="266"/>
            <ac:picMk id="236" creationId="{AC3910B2-7BE9-EB98-7D3C-B35FC36A9471}"/>
          </ac:picMkLst>
        </pc:picChg>
        <pc:picChg chg="add mod ord">
          <ac:chgData name="Dey, Samrat Kumar (MU-Student)" userId="7cbadb04-92b8-49b2-9bcd-b558f686a928" providerId="ADAL" clId="{EFEA03D6-19D9-4E8C-8076-D8A852ED9410}" dt="2026-05-26T04:55:25.812" v="4935" actId="1036"/>
          <ac:picMkLst>
            <pc:docMk/>
            <pc:sldMk cId="3490554068" sldId="266"/>
            <ac:picMk id="255" creationId="{A68B42DF-CA07-298F-ECCE-2DB82853D400}"/>
          </ac:picMkLst>
        </pc:picChg>
        <pc:picChg chg="add mod">
          <ac:chgData name="Dey, Samrat Kumar (MU-Student)" userId="7cbadb04-92b8-49b2-9bcd-b558f686a928" providerId="ADAL" clId="{EFEA03D6-19D9-4E8C-8076-D8A852ED9410}" dt="2026-05-26T04:56:04.681" v="4938" actId="14100"/>
          <ac:picMkLst>
            <pc:docMk/>
            <pc:sldMk cId="3490554068" sldId="266"/>
            <ac:picMk id="258" creationId="{1603AC1D-40EC-2203-9668-B5FDB14C88E5}"/>
          </ac:picMkLst>
        </pc:picChg>
        <pc:cxnChg chg="mod">
          <ac:chgData name="Dey, Samrat Kumar (MU-Student)" userId="7cbadb04-92b8-49b2-9bcd-b558f686a928" providerId="ADAL" clId="{EFEA03D6-19D9-4E8C-8076-D8A852ED9410}" dt="2026-05-26T17:03:50.775" v="5290" actId="14100"/>
          <ac:cxnSpMkLst>
            <pc:docMk/>
            <pc:sldMk cId="3490554068" sldId="266"/>
            <ac:cxnSpMk id="3" creationId="{6EDCC4CF-85B9-23EF-7A6B-6F9363912E51}"/>
          </ac:cxnSpMkLst>
        </pc:cxnChg>
        <pc:cxnChg chg="mod">
          <ac:chgData name="Dey, Samrat Kumar (MU-Student)" userId="7cbadb04-92b8-49b2-9bcd-b558f686a928" providerId="ADAL" clId="{EFEA03D6-19D9-4E8C-8076-D8A852ED9410}" dt="2026-05-20T18:44:57.891" v="3744" actId="571"/>
          <ac:cxnSpMkLst>
            <pc:docMk/>
            <pc:sldMk cId="3490554068" sldId="266"/>
            <ac:cxnSpMk id="27" creationId="{69092515-436E-2238-1ECB-F24305394029}"/>
          </ac:cxnSpMkLst>
        </pc:cxnChg>
        <pc:cxnChg chg="mod">
          <ac:chgData name="Dey, Samrat Kumar (MU-Student)" userId="7cbadb04-92b8-49b2-9bcd-b558f686a928" providerId="ADAL" clId="{EFEA03D6-19D9-4E8C-8076-D8A852ED9410}" dt="2026-05-26T05:13:14.096" v="5065" actId="1037"/>
          <ac:cxnSpMkLst>
            <pc:docMk/>
            <pc:sldMk cId="3490554068" sldId="266"/>
            <ac:cxnSpMk id="35" creationId="{848E6430-DE1F-A632-769B-3B69743DF933}"/>
          </ac:cxnSpMkLst>
        </pc:cxnChg>
        <pc:cxnChg chg="mod">
          <ac:chgData name="Dey, Samrat Kumar (MU-Student)" userId="7cbadb04-92b8-49b2-9bcd-b558f686a928" providerId="ADAL" clId="{EFEA03D6-19D9-4E8C-8076-D8A852ED9410}" dt="2026-05-26T05:12:38.010" v="5063" actId="1037"/>
          <ac:cxnSpMkLst>
            <pc:docMk/>
            <pc:sldMk cId="3490554068" sldId="266"/>
            <ac:cxnSpMk id="38" creationId="{0B919300-BB7C-1371-AA6A-0F98BC6A2CE3}"/>
          </ac:cxnSpMkLst>
        </pc:cxnChg>
        <pc:cxnChg chg="mod">
          <ac:chgData name="Dey, Samrat Kumar (MU-Student)" userId="7cbadb04-92b8-49b2-9bcd-b558f686a928" providerId="ADAL" clId="{EFEA03D6-19D9-4E8C-8076-D8A852ED9410}" dt="2026-05-20T18:44:43.889" v="3742" actId="571"/>
          <ac:cxnSpMkLst>
            <pc:docMk/>
            <pc:sldMk cId="3490554068" sldId="266"/>
            <ac:cxnSpMk id="43" creationId="{AE692F2F-8A56-7FF9-139C-8429C3CA3988}"/>
          </ac:cxnSpMkLst>
        </pc:cxnChg>
        <pc:cxnChg chg="mod">
          <ac:chgData name="Dey, Samrat Kumar (MU-Student)" userId="7cbadb04-92b8-49b2-9bcd-b558f686a928" providerId="ADAL" clId="{EFEA03D6-19D9-4E8C-8076-D8A852ED9410}" dt="2026-05-26T04:59:55.759" v="4970" actId="14100"/>
          <ac:cxnSpMkLst>
            <pc:docMk/>
            <pc:sldMk cId="3490554068" sldId="266"/>
            <ac:cxnSpMk id="44" creationId="{9DEF1ED0-7B7A-2C64-1567-BA023E6447D6}"/>
          </ac:cxnSpMkLst>
        </pc:cxnChg>
        <pc:cxnChg chg="mod">
          <ac:chgData name="Dey, Samrat Kumar (MU-Student)" userId="7cbadb04-92b8-49b2-9bcd-b558f686a928" providerId="ADAL" clId="{EFEA03D6-19D9-4E8C-8076-D8A852ED9410}" dt="2026-05-20T20:01:51.788" v="4495" actId="571"/>
          <ac:cxnSpMkLst>
            <pc:docMk/>
            <pc:sldMk cId="3490554068" sldId="266"/>
            <ac:cxnSpMk id="47" creationId="{84DA6E31-76D4-CC92-C7F0-630512521B52}"/>
          </ac:cxnSpMkLst>
        </pc:cxnChg>
        <pc:cxnChg chg="mod">
          <ac:chgData name="Dey, Samrat Kumar (MU-Student)" userId="7cbadb04-92b8-49b2-9bcd-b558f686a928" providerId="ADAL" clId="{EFEA03D6-19D9-4E8C-8076-D8A852ED9410}" dt="2026-05-26T05:08:49.835" v="5041" actId="14100"/>
          <ac:cxnSpMkLst>
            <pc:docMk/>
            <pc:sldMk cId="3490554068" sldId="266"/>
            <ac:cxnSpMk id="50" creationId="{CC6FFE81-BD69-8C49-1760-F075C2B83FC3}"/>
          </ac:cxnSpMkLst>
        </pc:cxnChg>
        <pc:cxnChg chg="mod">
          <ac:chgData name="Dey, Samrat Kumar (MU-Student)" userId="7cbadb04-92b8-49b2-9bcd-b558f686a928" providerId="ADAL" clId="{EFEA03D6-19D9-4E8C-8076-D8A852ED9410}" dt="2026-05-26T17:06:57.551" v="5302" actId="14100"/>
          <ac:cxnSpMkLst>
            <pc:docMk/>
            <pc:sldMk cId="3490554068" sldId="266"/>
            <ac:cxnSpMk id="72" creationId="{E6F63E10-0D58-0AAD-3770-85858884E9EA}"/>
          </ac:cxnSpMkLst>
        </pc:cxnChg>
        <pc:cxnChg chg="mod">
          <ac:chgData name="Dey, Samrat Kumar (MU-Student)" userId="7cbadb04-92b8-49b2-9bcd-b558f686a928" providerId="ADAL" clId="{EFEA03D6-19D9-4E8C-8076-D8A852ED9410}" dt="2026-05-26T05:14:03.842" v="5074" actId="14100"/>
          <ac:cxnSpMkLst>
            <pc:docMk/>
            <pc:sldMk cId="3490554068" sldId="266"/>
            <ac:cxnSpMk id="86" creationId="{4567244A-A533-374E-93A1-E0E9E77C143D}"/>
          </ac:cxnSpMkLst>
        </pc:cxnChg>
        <pc:cxnChg chg="mod">
          <ac:chgData name="Dey, Samrat Kumar (MU-Student)" userId="7cbadb04-92b8-49b2-9bcd-b558f686a928" providerId="ADAL" clId="{EFEA03D6-19D9-4E8C-8076-D8A852ED9410}" dt="2026-05-26T17:07:40.903" v="5306" actId="14100"/>
          <ac:cxnSpMkLst>
            <pc:docMk/>
            <pc:sldMk cId="3490554068" sldId="266"/>
            <ac:cxnSpMk id="110" creationId="{144F4C8F-07DB-5EE4-303C-B9EB07356836}"/>
          </ac:cxnSpMkLst>
        </pc:cxnChg>
        <pc:cxnChg chg="mod">
          <ac:chgData name="Dey, Samrat Kumar (MU-Student)" userId="7cbadb04-92b8-49b2-9bcd-b558f686a928" providerId="ADAL" clId="{EFEA03D6-19D9-4E8C-8076-D8A852ED9410}" dt="2026-05-20T19:26:51.232" v="4262" actId="571"/>
          <ac:cxnSpMkLst>
            <pc:docMk/>
            <pc:sldMk cId="3490554068" sldId="266"/>
            <ac:cxnSpMk id="123" creationId="{489B745A-7830-AFA5-3AC8-1269250B8F00}"/>
          </ac:cxnSpMkLst>
        </pc:cxnChg>
        <pc:cxnChg chg="mod">
          <ac:chgData name="Dey, Samrat Kumar (MU-Student)" userId="7cbadb04-92b8-49b2-9bcd-b558f686a928" providerId="ADAL" clId="{EFEA03D6-19D9-4E8C-8076-D8A852ED9410}" dt="2026-05-26T04:52:59.701" v="4909" actId="1036"/>
          <ac:cxnSpMkLst>
            <pc:docMk/>
            <pc:sldMk cId="3490554068" sldId="266"/>
            <ac:cxnSpMk id="148" creationId="{76216547-D375-D8C6-4998-B53853F8E1FF}"/>
          </ac:cxnSpMkLst>
        </pc:cxnChg>
        <pc:cxnChg chg="mod">
          <ac:chgData name="Dey, Samrat Kumar (MU-Student)" userId="7cbadb04-92b8-49b2-9bcd-b558f686a928" providerId="ADAL" clId="{EFEA03D6-19D9-4E8C-8076-D8A852ED9410}" dt="2026-05-20T19:27:21.081" v="4275" actId="14100"/>
          <ac:cxnSpMkLst>
            <pc:docMk/>
            <pc:sldMk cId="3490554068" sldId="266"/>
            <ac:cxnSpMk id="209" creationId="{5DE5782D-A997-18B9-AEA6-BFD01B5D087D}"/>
          </ac:cxnSpMkLst>
        </pc:cxnChg>
        <pc:cxnChg chg="mod">
          <ac:chgData name="Dey, Samrat Kumar (MU-Student)" userId="7cbadb04-92b8-49b2-9bcd-b558f686a928" providerId="ADAL" clId="{EFEA03D6-19D9-4E8C-8076-D8A852ED9410}" dt="2026-05-20T20:38:04.370" v="4753" actId="14100"/>
          <ac:cxnSpMkLst>
            <pc:docMk/>
            <pc:sldMk cId="3490554068" sldId="266"/>
            <ac:cxnSpMk id="246" creationId="{0BC9AC73-0356-CB6F-150F-EFA33D029330}"/>
          </ac:cxnSpMkLst>
        </pc:cxnChg>
      </pc:sldChg>
      <pc:sldMasterChg chg="modSp addSldLayout delSldLayout modSldLayout">
        <pc:chgData name="Dey, Samrat Kumar (MU-Student)" userId="7cbadb04-92b8-49b2-9bcd-b558f686a928" providerId="ADAL" clId="{EFEA03D6-19D9-4E8C-8076-D8A852ED9410}" dt="2026-05-20T16:36:16.224" v="3161" actId="14100"/>
        <pc:sldMasterMkLst>
          <pc:docMk/>
          <pc:sldMasterMk cId="3666734096" sldId="2147483684"/>
        </pc:sldMasterMkLst>
        <pc:sldLayoutChg chg="delSp modSp mod">
          <pc:chgData name="Dey, Samrat Kumar (MU-Student)" userId="7cbadb04-92b8-49b2-9bcd-b558f686a928" providerId="ADAL" clId="{EFEA03D6-19D9-4E8C-8076-D8A852ED9410}" dt="2026-05-20T16:36:16.224" v="3161" actId="14100"/>
          <pc:sldLayoutMkLst>
            <pc:docMk/>
            <pc:sldMasterMk cId="3666734096" sldId="2147483684"/>
            <pc:sldLayoutMk cId="2508308486" sldId="2147483687"/>
          </pc:sldLayoutMkLst>
          <pc:picChg chg="mod">
            <ac:chgData name="Dey, Samrat Kumar (MU-Student)" userId="7cbadb04-92b8-49b2-9bcd-b558f686a928" providerId="ADAL" clId="{EFEA03D6-19D9-4E8C-8076-D8A852ED9410}" dt="2026-05-20T16:36:16.224" v="3161" actId="14100"/>
            <ac:picMkLst>
              <pc:docMk/>
              <pc:sldMasterMk cId="3666734096" sldId="2147483684"/>
              <pc:sldLayoutMk cId="2508308486" sldId="2147483687"/>
              <ac:picMk id="6" creationId="{00A12017-2D1F-F91C-91B9-C6DA73EED2BA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449DBC-EAF6-7B41-A8CB-90A5201372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508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08A5C-A732-0B41-B410-5AC87A55F9F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508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A9592DE-0F4A-894D-916F-C70A087BCE3B}" type="datetimeFigureOut">
              <a:rPr lang="en-US"/>
              <a:pPr>
                <a:defRPr/>
              </a:pPr>
              <a:t>9/13/2026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88A23B9-1170-0C48-A92B-AD7581343B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51075" y="1123950"/>
            <a:ext cx="2600325" cy="3035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C0718B7-5FB6-A840-98A8-93960C8F1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327525"/>
            <a:ext cx="5683250" cy="35401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5B2191-EF09-CB4B-AE4E-22F27AD9D8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540750"/>
            <a:ext cx="3078163" cy="4508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6F756-A99B-3A4A-9F1E-CD46C0797F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2725" y="8540750"/>
            <a:ext cx="3078163" cy="4508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557341D-4D47-4D47-827E-B7A304AC66D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C88D1-297F-8073-011A-5B613C729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344F3-669B-D3B0-C13B-74F4871A9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51075" y="1123950"/>
            <a:ext cx="2600325" cy="30353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F2B84B-EFF4-62D1-8C64-7F4F6050B9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B30E3-1838-7F29-C835-FDB1FDAE4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7341D-4D47-4D47-827E-B7A304AC66DB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1858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A6C069-9C15-D104-AA92-43B8F2F835C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81"/>
          <a:stretch/>
        </p:blipFill>
        <p:spPr>
          <a:xfrm>
            <a:off x="0" y="3"/>
            <a:ext cx="545743" cy="384937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A12017-2D1F-F91C-91B9-C6DA73EED2BA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0" r="25000"/>
          <a:stretch/>
        </p:blipFill>
        <p:spPr>
          <a:xfrm rot="16200000">
            <a:off x="14103173" y="-13557428"/>
            <a:ext cx="5257799" cy="32372657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1168BB9-CA9C-8A43-9560-73B01076723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88730" y="524950"/>
            <a:ext cx="22281197" cy="2111633"/>
          </a:xfrm>
        </p:spPr>
        <p:txBody>
          <a:bodyPr anchor="ctr">
            <a:noAutofit/>
          </a:bodyPr>
          <a:lstStyle>
            <a:lvl1pPr marL="0" indent="0">
              <a:buNone/>
              <a:defRPr sz="7714" b="1" i="0">
                <a:solidFill>
                  <a:srgbClr val="000000"/>
                </a:solidFill>
                <a:latin typeface="Montserrat" pitchFamily="2" charset="77"/>
              </a:defRPr>
            </a:lvl1pPr>
            <a:lvl2pPr marL="1410280" indent="0">
              <a:buNone/>
              <a:defRPr>
                <a:solidFill>
                  <a:schemeClr val="bg1"/>
                </a:solidFill>
              </a:defRPr>
            </a:lvl2pPr>
            <a:lvl3pPr marL="2820560" indent="0">
              <a:buNone/>
              <a:defRPr>
                <a:solidFill>
                  <a:schemeClr val="bg1"/>
                </a:solidFill>
              </a:defRPr>
            </a:lvl3pPr>
            <a:lvl4pPr marL="4231859" indent="0">
              <a:buNone/>
              <a:defRPr>
                <a:solidFill>
                  <a:schemeClr val="bg1"/>
                </a:solidFill>
              </a:defRPr>
            </a:lvl4pPr>
            <a:lvl5pPr marL="5642139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 in sentence case or Title Case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5880F0B-4734-F142-B30D-7EE7D9021A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98527" y="3048867"/>
            <a:ext cx="22281196" cy="1353801"/>
          </a:xfrm>
        </p:spPr>
        <p:txBody>
          <a:bodyPr anchor="ctr"/>
          <a:lstStyle>
            <a:lvl1pPr marL="0" marR="0" indent="0" algn="l" defTabSz="282056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857" b="0" i="0">
                <a:solidFill>
                  <a:srgbClr val="000000"/>
                </a:solidFill>
                <a:latin typeface="Montserra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282056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First Last Name, Credentials, First Last Name, Credentials, First Last Name, Credentials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0BDF236-B0E1-2847-99EE-445045F6B8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081" y="7193544"/>
            <a:ext cx="9925103" cy="12635387"/>
          </a:xfrm>
          <a:ln w="76200" cap="rnd" cmpd="sng">
            <a:gradFill flip="none" rotWithShape="1">
              <a:gsLst>
                <a:gs pos="80000">
                  <a:srgbClr val="000000"/>
                </a:gs>
                <a:gs pos="0">
                  <a:srgbClr val="929292"/>
                </a:gs>
              </a:gsLst>
              <a:lin ang="16200000" scaled="1"/>
              <a:tileRect/>
            </a:gra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362238"/>
                      <a:gd name="connsiteY0" fmla="*/ 0 h 10830332"/>
                      <a:gd name="connsiteX1" fmla="*/ 15362238 w 15362238"/>
                      <a:gd name="connsiteY1" fmla="*/ 0 h 10830332"/>
                      <a:gd name="connsiteX2" fmla="*/ 15362238 w 15362238"/>
                      <a:gd name="connsiteY2" fmla="*/ 10830332 h 10830332"/>
                      <a:gd name="connsiteX3" fmla="*/ 0 w 15362238"/>
                      <a:gd name="connsiteY3" fmla="*/ 10830332 h 10830332"/>
                      <a:gd name="connsiteX4" fmla="*/ 0 w 15362238"/>
                      <a:gd name="connsiteY4" fmla="*/ 0 h 10830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362238" h="10830332" extrusionOk="0">
                        <a:moveTo>
                          <a:pt x="0" y="0"/>
                        </a:moveTo>
                        <a:cubicBezTo>
                          <a:pt x="3079308" y="118645"/>
                          <a:pt x="11775218" y="116012"/>
                          <a:pt x="15362238" y="0"/>
                        </a:cubicBezTo>
                        <a:cubicBezTo>
                          <a:pt x="15229356" y="3694253"/>
                          <a:pt x="15447189" y="9163965"/>
                          <a:pt x="15362238" y="10830332"/>
                        </a:cubicBezTo>
                        <a:cubicBezTo>
                          <a:pt x="11037558" y="10964932"/>
                          <a:pt x="4703400" y="10673136"/>
                          <a:pt x="0" y="10830332"/>
                        </a:cubicBezTo>
                        <a:cubicBezTo>
                          <a:pt x="-20187" y="8000586"/>
                          <a:pt x="-152480" y="307088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lIns="457200" tIns="274320" rIns="457200" bIns="274320" anchor="ctr"/>
          <a:lstStyle>
            <a:lvl1pPr marL="0" indent="0">
              <a:spcBef>
                <a:spcPts val="1543"/>
              </a:spcBef>
              <a:buFont typeface="Arial" panose="020B0604020202020204" pitchFamily="34" charset="0"/>
              <a:buNone/>
              <a:defRPr sz="2571" b="0" i="0">
                <a:latin typeface="Montserrat" pitchFamily="2" charset="77"/>
              </a:defRPr>
            </a:lvl1pPr>
            <a:lvl2pPr marL="1410280" indent="0">
              <a:buNone/>
              <a:defRPr sz="2571"/>
            </a:lvl2pPr>
            <a:lvl3pPr>
              <a:defRPr sz="2571"/>
            </a:lvl3pPr>
            <a:lvl4pPr>
              <a:defRPr sz="2571"/>
            </a:lvl4pPr>
            <a:lvl5pPr>
              <a:defRPr sz="2571"/>
            </a:lvl5pPr>
          </a:lstStyle>
          <a:p>
            <a:pPr lvl="0"/>
            <a:r>
              <a:rPr lang="en-US" dirty="0"/>
              <a:t>Content goes here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82A830-B13A-0442-8FCB-9BDFEA9E67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17138" y="6197694"/>
            <a:ext cx="4017125" cy="995850"/>
          </a:xfrm>
          <a:solidFill>
            <a:srgbClr val="000000"/>
          </a:solidFill>
        </p:spPr>
        <p:txBody>
          <a:bodyPr wrap="none" lIns="457200" tIns="274320" rIns="457200" bIns="182880" anchor="b" anchorCtr="0">
            <a:spAutoFit/>
          </a:bodyPr>
          <a:lstStyle>
            <a:lvl1pPr marL="0" indent="0">
              <a:buNone/>
              <a:defRPr sz="3857" b="0" i="0">
                <a:solidFill>
                  <a:srgbClr val="FDB719"/>
                </a:solidFill>
                <a:latin typeface="Montserrat Medium" pitchFamily="2" charset="77"/>
              </a:defRPr>
            </a:lvl1pPr>
            <a:lvl2pPr marL="1410280" indent="0">
              <a:buNone/>
              <a:defRPr b="1"/>
            </a:lvl2pPr>
            <a:lvl3pPr marL="2820560" indent="0">
              <a:buNone/>
              <a:defRPr b="1"/>
            </a:lvl3pPr>
            <a:lvl4pPr marL="4231859" indent="0">
              <a:buNone/>
              <a:defRPr b="1"/>
            </a:lvl4pPr>
            <a:lvl5pPr marL="5642139" indent="0">
              <a:buNone/>
              <a:defRPr b="1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D9AB8641-B147-D44B-AF24-B26C32B152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028632" y="7191043"/>
            <a:ext cx="9919883" cy="12635387"/>
          </a:xfrm>
          <a:ln w="76200" cap="rnd" cmpd="sng">
            <a:gradFill flip="none" rotWithShape="1">
              <a:gsLst>
                <a:gs pos="80000">
                  <a:srgbClr val="000000"/>
                </a:gs>
                <a:gs pos="0">
                  <a:srgbClr val="929292"/>
                </a:gs>
              </a:gsLst>
              <a:lin ang="16200000" scaled="1"/>
              <a:tileRect/>
            </a:gra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362238"/>
                      <a:gd name="connsiteY0" fmla="*/ 0 h 10830332"/>
                      <a:gd name="connsiteX1" fmla="*/ 15362238 w 15362238"/>
                      <a:gd name="connsiteY1" fmla="*/ 0 h 10830332"/>
                      <a:gd name="connsiteX2" fmla="*/ 15362238 w 15362238"/>
                      <a:gd name="connsiteY2" fmla="*/ 10830332 h 10830332"/>
                      <a:gd name="connsiteX3" fmla="*/ 0 w 15362238"/>
                      <a:gd name="connsiteY3" fmla="*/ 10830332 h 10830332"/>
                      <a:gd name="connsiteX4" fmla="*/ 0 w 15362238"/>
                      <a:gd name="connsiteY4" fmla="*/ 0 h 10830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362238" h="10830332" extrusionOk="0">
                        <a:moveTo>
                          <a:pt x="0" y="0"/>
                        </a:moveTo>
                        <a:cubicBezTo>
                          <a:pt x="3079308" y="118645"/>
                          <a:pt x="11775218" y="116012"/>
                          <a:pt x="15362238" y="0"/>
                        </a:cubicBezTo>
                        <a:cubicBezTo>
                          <a:pt x="15229356" y="3694253"/>
                          <a:pt x="15447189" y="9163965"/>
                          <a:pt x="15362238" y="10830332"/>
                        </a:cubicBezTo>
                        <a:cubicBezTo>
                          <a:pt x="11037558" y="10964932"/>
                          <a:pt x="4703400" y="10673136"/>
                          <a:pt x="0" y="10830332"/>
                        </a:cubicBezTo>
                        <a:cubicBezTo>
                          <a:pt x="-20187" y="8000586"/>
                          <a:pt x="-152480" y="307088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lIns="457200" tIns="274320" rIns="457200" bIns="274320" anchor="ctr"/>
          <a:lstStyle>
            <a:lvl1pPr marL="0" indent="0">
              <a:spcBef>
                <a:spcPts val="1543"/>
              </a:spcBef>
              <a:buFont typeface="Arial" panose="020B0604020202020204" pitchFamily="34" charset="0"/>
              <a:buNone/>
              <a:defRPr sz="2571" b="0" i="0">
                <a:latin typeface="Montserrat" pitchFamily="2" charset="77"/>
              </a:defRPr>
            </a:lvl1pPr>
            <a:lvl2pPr marL="1410280" indent="0">
              <a:buNone/>
              <a:defRPr sz="2571"/>
            </a:lvl2pPr>
            <a:lvl3pPr>
              <a:defRPr sz="2571"/>
            </a:lvl3pPr>
            <a:lvl4pPr>
              <a:defRPr sz="2571"/>
            </a:lvl4pPr>
            <a:lvl5pPr>
              <a:defRPr sz="2571"/>
            </a:lvl5pPr>
          </a:lstStyle>
          <a:p>
            <a:pPr lvl="0"/>
            <a:r>
              <a:rPr lang="en-US" dirty="0"/>
              <a:t>Content goes here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18FD3F6B-3CD2-784E-80E2-46DF0270BF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003819" y="6197694"/>
            <a:ext cx="4017125" cy="995850"/>
          </a:xfrm>
          <a:solidFill>
            <a:srgbClr val="000000"/>
          </a:solidFill>
        </p:spPr>
        <p:txBody>
          <a:bodyPr wrap="none" lIns="457200" tIns="274320" rIns="457200" bIns="182880" anchor="b" anchorCtr="0">
            <a:spAutoFit/>
          </a:bodyPr>
          <a:lstStyle>
            <a:lvl1pPr marL="0" indent="0">
              <a:buNone/>
              <a:defRPr sz="3857" b="0" i="0">
                <a:solidFill>
                  <a:srgbClr val="FDB719"/>
                </a:solidFill>
                <a:latin typeface="Montserrat Medium" pitchFamily="2" charset="77"/>
              </a:defRPr>
            </a:lvl1pPr>
            <a:lvl2pPr marL="1410280" indent="0">
              <a:buNone/>
              <a:defRPr b="1"/>
            </a:lvl2pPr>
            <a:lvl3pPr marL="2820560" indent="0">
              <a:buNone/>
              <a:defRPr b="1"/>
            </a:lvl3pPr>
            <a:lvl4pPr marL="4231859" indent="0">
              <a:buNone/>
              <a:defRPr b="1"/>
            </a:lvl4pPr>
            <a:lvl5pPr marL="5642139" indent="0">
              <a:buNone/>
              <a:defRPr b="1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B38F37B-A365-D340-9E17-94460AE9945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832253" y="7194136"/>
            <a:ext cx="9307286" cy="12634913"/>
          </a:xfrm>
          <a:solidFill>
            <a:srgbClr val="D7D7D7"/>
          </a:solidFill>
        </p:spPr>
        <p:txBody>
          <a:bodyPr anchor="ctr"/>
          <a:lstStyle>
            <a:lvl1pPr marL="0" indent="0" algn="ctr">
              <a:buNone/>
              <a:defRPr sz="5143"/>
            </a:lvl1pPr>
          </a:lstStyle>
          <a:p>
            <a:r>
              <a:rPr lang="en-US" dirty="0"/>
              <a:t>Add Photo or Chart Here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1EF653F-256D-9340-AAF5-4065778B9C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3081" y="22602883"/>
            <a:ext cx="9925103" cy="9879948"/>
          </a:xfrm>
          <a:ln w="76200" cap="rnd" cmpd="sng">
            <a:gradFill flip="none" rotWithShape="1">
              <a:gsLst>
                <a:gs pos="80000">
                  <a:srgbClr val="000000"/>
                </a:gs>
                <a:gs pos="0">
                  <a:srgbClr val="929292"/>
                </a:gs>
              </a:gsLst>
              <a:lin ang="16200000" scaled="1"/>
              <a:tileRect/>
            </a:gra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362238"/>
                      <a:gd name="connsiteY0" fmla="*/ 0 h 10830332"/>
                      <a:gd name="connsiteX1" fmla="*/ 15362238 w 15362238"/>
                      <a:gd name="connsiteY1" fmla="*/ 0 h 10830332"/>
                      <a:gd name="connsiteX2" fmla="*/ 15362238 w 15362238"/>
                      <a:gd name="connsiteY2" fmla="*/ 10830332 h 10830332"/>
                      <a:gd name="connsiteX3" fmla="*/ 0 w 15362238"/>
                      <a:gd name="connsiteY3" fmla="*/ 10830332 h 10830332"/>
                      <a:gd name="connsiteX4" fmla="*/ 0 w 15362238"/>
                      <a:gd name="connsiteY4" fmla="*/ 0 h 10830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362238" h="10830332" extrusionOk="0">
                        <a:moveTo>
                          <a:pt x="0" y="0"/>
                        </a:moveTo>
                        <a:cubicBezTo>
                          <a:pt x="3079308" y="118645"/>
                          <a:pt x="11775218" y="116012"/>
                          <a:pt x="15362238" y="0"/>
                        </a:cubicBezTo>
                        <a:cubicBezTo>
                          <a:pt x="15229356" y="3694253"/>
                          <a:pt x="15447189" y="9163965"/>
                          <a:pt x="15362238" y="10830332"/>
                        </a:cubicBezTo>
                        <a:cubicBezTo>
                          <a:pt x="11037558" y="10964932"/>
                          <a:pt x="4703400" y="10673136"/>
                          <a:pt x="0" y="10830332"/>
                        </a:cubicBezTo>
                        <a:cubicBezTo>
                          <a:pt x="-20187" y="8000586"/>
                          <a:pt x="-152480" y="307088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lIns="457200" tIns="274320" rIns="457200" bIns="274320" anchor="ctr"/>
          <a:lstStyle>
            <a:lvl1pPr marL="0" indent="0">
              <a:spcBef>
                <a:spcPts val="1543"/>
              </a:spcBef>
              <a:buFont typeface="Arial" panose="020B0604020202020204" pitchFamily="34" charset="0"/>
              <a:buNone/>
              <a:defRPr sz="2571" b="0" i="0">
                <a:latin typeface="Montserrat" pitchFamily="2" charset="77"/>
              </a:defRPr>
            </a:lvl1pPr>
            <a:lvl2pPr marL="1410280" indent="0">
              <a:buNone/>
              <a:defRPr sz="2571"/>
            </a:lvl2pPr>
            <a:lvl3pPr>
              <a:defRPr sz="2571"/>
            </a:lvl3pPr>
            <a:lvl4pPr>
              <a:defRPr sz="2571"/>
            </a:lvl4pPr>
            <a:lvl5pPr>
              <a:defRPr sz="2571"/>
            </a:lvl5pPr>
          </a:lstStyle>
          <a:p>
            <a:pPr lvl="0"/>
            <a:r>
              <a:rPr lang="en-US" dirty="0"/>
              <a:t>Content goes here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389C3CE1-8D46-6B44-BC63-3484D3378E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7138" y="21607028"/>
            <a:ext cx="4017125" cy="995850"/>
          </a:xfrm>
          <a:solidFill>
            <a:srgbClr val="000000"/>
          </a:solidFill>
        </p:spPr>
        <p:txBody>
          <a:bodyPr wrap="none" lIns="457200" tIns="274320" rIns="457200" bIns="182880" anchor="b" anchorCtr="0">
            <a:spAutoFit/>
          </a:bodyPr>
          <a:lstStyle>
            <a:lvl1pPr marL="0" indent="0">
              <a:buNone/>
              <a:defRPr sz="3857" b="0" i="0">
                <a:solidFill>
                  <a:srgbClr val="FDB719"/>
                </a:solidFill>
                <a:latin typeface="Montserrat Medium" pitchFamily="2" charset="77"/>
              </a:defRPr>
            </a:lvl1pPr>
            <a:lvl2pPr marL="1410280" indent="0">
              <a:buNone/>
              <a:defRPr b="1"/>
            </a:lvl2pPr>
            <a:lvl3pPr marL="2820560" indent="0">
              <a:buNone/>
              <a:defRPr b="1"/>
            </a:lvl3pPr>
            <a:lvl4pPr marL="4231859" indent="0">
              <a:buNone/>
              <a:defRPr b="1"/>
            </a:lvl4pPr>
            <a:lvl5pPr marL="5642139" indent="0">
              <a:buNone/>
              <a:defRPr b="1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4425165-ED1A-3249-88AC-51F16E4A58B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028630" y="22606307"/>
            <a:ext cx="9925103" cy="9879948"/>
          </a:xfrm>
          <a:ln w="76200" cap="rnd" cmpd="sng">
            <a:gradFill flip="none" rotWithShape="1">
              <a:gsLst>
                <a:gs pos="80000">
                  <a:srgbClr val="000000"/>
                </a:gs>
                <a:gs pos="0">
                  <a:srgbClr val="929292"/>
                </a:gs>
              </a:gsLst>
              <a:lin ang="16200000" scaled="1"/>
              <a:tileRect/>
            </a:gra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362238"/>
                      <a:gd name="connsiteY0" fmla="*/ 0 h 10830332"/>
                      <a:gd name="connsiteX1" fmla="*/ 15362238 w 15362238"/>
                      <a:gd name="connsiteY1" fmla="*/ 0 h 10830332"/>
                      <a:gd name="connsiteX2" fmla="*/ 15362238 w 15362238"/>
                      <a:gd name="connsiteY2" fmla="*/ 10830332 h 10830332"/>
                      <a:gd name="connsiteX3" fmla="*/ 0 w 15362238"/>
                      <a:gd name="connsiteY3" fmla="*/ 10830332 h 10830332"/>
                      <a:gd name="connsiteX4" fmla="*/ 0 w 15362238"/>
                      <a:gd name="connsiteY4" fmla="*/ 0 h 10830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362238" h="10830332" extrusionOk="0">
                        <a:moveTo>
                          <a:pt x="0" y="0"/>
                        </a:moveTo>
                        <a:cubicBezTo>
                          <a:pt x="3079308" y="118645"/>
                          <a:pt x="11775218" y="116012"/>
                          <a:pt x="15362238" y="0"/>
                        </a:cubicBezTo>
                        <a:cubicBezTo>
                          <a:pt x="15229356" y="3694253"/>
                          <a:pt x="15447189" y="9163965"/>
                          <a:pt x="15362238" y="10830332"/>
                        </a:cubicBezTo>
                        <a:cubicBezTo>
                          <a:pt x="11037558" y="10964932"/>
                          <a:pt x="4703400" y="10673136"/>
                          <a:pt x="0" y="10830332"/>
                        </a:cubicBezTo>
                        <a:cubicBezTo>
                          <a:pt x="-20187" y="8000586"/>
                          <a:pt x="-152480" y="307088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lIns="457200" tIns="274320" rIns="457200" bIns="274320" anchor="ctr"/>
          <a:lstStyle>
            <a:lvl1pPr marL="0" indent="0">
              <a:spcBef>
                <a:spcPts val="1543"/>
              </a:spcBef>
              <a:buFont typeface="Arial" panose="020B0604020202020204" pitchFamily="34" charset="0"/>
              <a:buNone/>
              <a:defRPr sz="2571" b="0" i="0">
                <a:latin typeface="Montserrat" pitchFamily="2" charset="77"/>
              </a:defRPr>
            </a:lvl1pPr>
            <a:lvl2pPr marL="1410280" indent="0">
              <a:buNone/>
              <a:defRPr sz="2571"/>
            </a:lvl2pPr>
            <a:lvl3pPr>
              <a:defRPr sz="2571"/>
            </a:lvl3pPr>
            <a:lvl4pPr>
              <a:defRPr sz="2571"/>
            </a:lvl4pPr>
            <a:lvl5pPr>
              <a:defRPr sz="2571"/>
            </a:lvl5pPr>
          </a:lstStyle>
          <a:p>
            <a:pPr lvl="0"/>
            <a:r>
              <a:rPr lang="en-US" dirty="0"/>
              <a:t>Content goes here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E4F8847B-CDB6-4642-87F9-8BAEAFE11D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003819" y="21607028"/>
            <a:ext cx="4017125" cy="995850"/>
          </a:xfrm>
          <a:solidFill>
            <a:srgbClr val="000000"/>
          </a:solidFill>
        </p:spPr>
        <p:txBody>
          <a:bodyPr wrap="none" lIns="457200" tIns="274320" rIns="457200" bIns="182880" anchor="b" anchorCtr="0">
            <a:spAutoFit/>
          </a:bodyPr>
          <a:lstStyle>
            <a:lvl1pPr marL="0" indent="0">
              <a:buNone/>
              <a:defRPr sz="3857" b="0" i="0">
                <a:solidFill>
                  <a:srgbClr val="FDB719"/>
                </a:solidFill>
                <a:latin typeface="Montserrat Medium" pitchFamily="2" charset="77"/>
              </a:defRPr>
            </a:lvl1pPr>
            <a:lvl2pPr marL="1410280" indent="0">
              <a:buNone/>
              <a:defRPr b="1"/>
            </a:lvl2pPr>
            <a:lvl3pPr marL="2820560" indent="0">
              <a:buNone/>
              <a:defRPr b="1"/>
            </a:lvl3pPr>
            <a:lvl4pPr marL="4231859" indent="0">
              <a:buNone/>
              <a:defRPr b="1"/>
            </a:lvl4pPr>
            <a:lvl5pPr marL="5642139" indent="0">
              <a:buNone/>
              <a:defRPr b="1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A93835-2EB4-9049-9D97-C921E91DB69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771023" y="22606307"/>
            <a:ext cx="9391362" cy="5578588"/>
          </a:xfrm>
          <a:ln w="76200" cap="rnd" cmpd="sng">
            <a:gradFill flip="none" rotWithShape="1">
              <a:gsLst>
                <a:gs pos="80000">
                  <a:srgbClr val="000000"/>
                </a:gs>
                <a:gs pos="0">
                  <a:srgbClr val="929292"/>
                </a:gs>
              </a:gsLst>
              <a:lin ang="16200000" scaled="1"/>
              <a:tileRect/>
            </a:gra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5362238"/>
                      <a:gd name="connsiteY0" fmla="*/ 0 h 10830332"/>
                      <a:gd name="connsiteX1" fmla="*/ 15362238 w 15362238"/>
                      <a:gd name="connsiteY1" fmla="*/ 0 h 10830332"/>
                      <a:gd name="connsiteX2" fmla="*/ 15362238 w 15362238"/>
                      <a:gd name="connsiteY2" fmla="*/ 10830332 h 10830332"/>
                      <a:gd name="connsiteX3" fmla="*/ 0 w 15362238"/>
                      <a:gd name="connsiteY3" fmla="*/ 10830332 h 10830332"/>
                      <a:gd name="connsiteX4" fmla="*/ 0 w 15362238"/>
                      <a:gd name="connsiteY4" fmla="*/ 0 h 108303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362238" h="10830332" extrusionOk="0">
                        <a:moveTo>
                          <a:pt x="0" y="0"/>
                        </a:moveTo>
                        <a:cubicBezTo>
                          <a:pt x="3079308" y="118645"/>
                          <a:pt x="11775218" y="116012"/>
                          <a:pt x="15362238" y="0"/>
                        </a:cubicBezTo>
                        <a:cubicBezTo>
                          <a:pt x="15229356" y="3694253"/>
                          <a:pt x="15447189" y="9163965"/>
                          <a:pt x="15362238" y="10830332"/>
                        </a:cubicBezTo>
                        <a:cubicBezTo>
                          <a:pt x="11037558" y="10964932"/>
                          <a:pt x="4703400" y="10673136"/>
                          <a:pt x="0" y="10830332"/>
                        </a:cubicBezTo>
                        <a:cubicBezTo>
                          <a:pt x="-20187" y="8000586"/>
                          <a:pt x="-152480" y="307088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lIns="457200" tIns="274320" rIns="457200" bIns="274320" anchor="ctr"/>
          <a:lstStyle>
            <a:lvl1pPr marL="0" indent="0">
              <a:spcBef>
                <a:spcPts val="1543"/>
              </a:spcBef>
              <a:buFont typeface="Arial" panose="020B0604020202020204" pitchFamily="34" charset="0"/>
              <a:buNone/>
              <a:defRPr sz="2571" b="0" i="0">
                <a:latin typeface="Montserrat" pitchFamily="2" charset="77"/>
              </a:defRPr>
            </a:lvl1pPr>
            <a:lvl2pPr marL="1410280" indent="0">
              <a:buNone/>
              <a:defRPr sz="2571"/>
            </a:lvl2pPr>
            <a:lvl3pPr>
              <a:defRPr sz="2571"/>
            </a:lvl3pPr>
            <a:lvl4pPr>
              <a:defRPr sz="2571"/>
            </a:lvl4pPr>
            <a:lvl5pPr>
              <a:defRPr sz="2571"/>
            </a:lvl5pPr>
          </a:lstStyle>
          <a:p>
            <a:pPr lvl="0"/>
            <a:r>
              <a:rPr lang="en-US" dirty="0"/>
              <a:t>Content goes here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1913F29A-9C65-B648-B4C2-1F85C76CF3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748179" y="21607028"/>
            <a:ext cx="4017125" cy="995850"/>
          </a:xfrm>
          <a:solidFill>
            <a:srgbClr val="000000"/>
          </a:solidFill>
        </p:spPr>
        <p:txBody>
          <a:bodyPr wrap="none" lIns="457200" tIns="274320" rIns="457200" bIns="182880" anchor="b" anchorCtr="0">
            <a:spAutoFit/>
          </a:bodyPr>
          <a:lstStyle>
            <a:lvl1pPr marL="0" indent="0">
              <a:buNone/>
              <a:defRPr sz="3857" b="0" i="0">
                <a:solidFill>
                  <a:srgbClr val="FDB719"/>
                </a:solidFill>
                <a:latin typeface="Montserrat Medium" pitchFamily="2" charset="77"/>
              </a:defRPr>
            </a:lvl1pPr>
            <a:lvl2pPr marL="1410280" indent="0">
              <a:buNone/>
              <a:defRPr b="1"/>
            </a:lvl2pPr>
            <a:lvl3pPr marL="2820560" indent="0">
              <a:buNone/>
              <a:defRPr b="1"/>
            </a:lvl3pPr>
            <a:lvl4pPr marL="4231859" indent="0">
              <a:buNone/>
              <a:defRPr b="1"/>
            </a:lvl4pPr>
            <a:lvl5pPr marL="5642139" indent="0">
              <a:buNone/>
              <a:defRPr b="1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3CA91E0-CFA2-B043-8238-4C9B2E58E0F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797556" y="28897608"/>
            <a:ext cx="9341984" cy="3585633"/>
          </a:xfrm>
        </p:spPr>
        <p:txBody>
          <a:bodyPr anchor="ctr"/>
          <a:lstStyle>
            <a:lvl1pPr marL="0" indent="0">
              <a:buNone/>
              <a:defRPr sz="1928" b="0" i="0">
                <a:latin typeface="Montserrat" pitchFamily="2" charset="77"/>
              </a:defRPr>
            </a:lvl1pPr>
            <a:lvl2pPr marL="1410280" indent="0">
              <a:buNone/>
              <a:defRPr sz="1928"/>
            </a:lvl2pPr>
            <a:lvl3pPr marL="2820560" indent="0">
              <a:buNone/>
              <a:defRPr sz="1928"/>
            </a:lvl3pPr>
            <a:lvl4pPr marL="4231859" indent="0">
              <a:buNone/>
              <a:defRPr sz="1928"/>
            </a:lvl4pPr>
            <a:lvl5pPr marL="5642139" indent="0">
              <a:buNone/>
              <a:defRPr sz="1928"/>
            </a:lvl5pPr>
          </a:lstStyle>
          <a:p>
            <a:pPr lvl="0"/>
            <a:r>
              <a:rPr lang="en-US" dirty="0"/>
              <a:t>Add literature cited and/or acknowledgements here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CCC29C9D-71F5-A253-2EE2-B38FBA41684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22990318" y="34106706"/>
            <a:ext cx="4401089" cy="3666391"/>
          </a:xfrm>
        </p:spPr>
        <p:txBody>
          <a:bodyPr anchor="ctr"/>
          <a:lstStyle>
            <a:lvl1pPr marL="0" indent="0" algn="ctr">
              <a:buNone/>
              <a:defRPr sz="5143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Add Mizzou or</a:t>
            </a:r>
            <a:br>
              <a:rPr lang="en-US" dirty="0"/>
            </a:br>
            <a:r>
              <a:rPr lang="en-US" dirty="0"/>
              <a:t>Unit Signature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D03ABEF-1F98-5E42-B7D5-6442D12A9C2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8166785" y="34119048"/>
            <a:ext cx="4401089" cy="3666390"/>
          </a:xfrm>
        </p:spPr>
        <p:txBody>
          <a:bodyPr anchor="ctr"/>
          <a:lstStyle>
            <a:lvl1pPr marL="0" indent="0" algn="ctr">
              <a:buNone/>
              <a:defRPr sz="5143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Add Mizzou or</a:t>
            </a:r>
            <a:br>
              <a:rPr lang="en-US" dirty="0"/>
            </a:br>
            <a:r>
              <a:rPr lang="en-US" dirty="0"/>
              <a:t>Unit Signature</a:t>
            </a:r>
          </a:p>
        </p:txBody>
      </p:sp>
    </p:spTree>
    <p:extLst>
      <p:ext uri="{BB962C8B-B14F-4D97-AF65-F5344CB8AC3E}">
        <p14:creationId xmlns:p14="http://schemas.microsoft.com/office/powerpoint/2010/main" val="2508308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5402CF-4250-5A54-A4E5-6E5C71FDC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5" y="2044704"/>
            <a:ext cx="28392120" cy="74231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5EFDF-C5C4-2206-3A2A-5DE1D7B3C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3145" y="10223508"/>
            <a:ext cx="28392120" cy="24367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7ACD6-DD9A-A35D-AEDF-91CA85871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63142" y="35595569"/>
            <a:ext cx="7406640" cy="2044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10">
                <a:solidFill>
                  <a:schemeClr val="tx1">
                    <a:tint val="82000"/>
                  </a:schemeClr>
                </a:solidFill>
                <a:latin typeface="Satoshi" pitchFamily="2" charset="77"/>
              </a:defRPr>
            </a:lvl1pPr>
          </a:lstStyle>
          <a:p>
            <a:fld id="{B4EDEFB0-C651-194D-B857-10A73A06DC98}" type="datetimeFigureOut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C5F9B-F5B8-D5C3-B648-781F9DBC4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4225" y="35595569"/>
            <a:ext cx="11109960" cy="2044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10">
                <a:solidFill>
                  <a:schemeClr val="tx1">
                    <a:tint val="82000"/>
                  </a:schemeClr>
                </a:solidFill>
                <a:latin typeface="Satoshi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C6102-38BE-2752-C9F4-16E791527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48622" y="35595569"/>
            <a:ext cx="7406640" cy="2044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10">
                <a:solidFill>
                  <a:schemeClr val="tx1">
                    <a:tint val="82000"/>
                  </a:schemeClr>
                </a:solidFill>
                <a:latin typeface="Satoshi" pitchFamily="2" charset="77"/>
              </a:defRPr>
            </a:lvl1pPr>
          </a:lstStyle>
          <a:p>
            <a:fld id="{F1662D96-D004-FA47-B233-60E2CE709D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34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1226327" rtl="0" eaLnBrk="1" latinLnBrk="0" hangingPunct="1">
        <a:lnSpc>
          <a:spcPct val="90000"/>
        </a:lnSpc>
        <a:spcBef>
          <a:spcPct val="0"/>
        </a:spcBef>
        <a:buNone/>
        <a:defRPr sz="9656" b="0" i="0" kern="1200">
          <a:solidFill>
            <a:schemeClr val="tx1"/>
          </a:solidFill>
          <a:latin typeface="Morganite Medium" pitchFamily="2" charset="77"/>
          <a:ea typeface="+mj-ea"/>
          <a:cs typeface="+mj-cs"/>
        </a:defRPr>
      </a:lvl1pPr>
    </p:titleStyle>
    <p:bodyStyle>
      <a:lvl1pPr marL="306582" indent="-306582" algn="l" defTabSz="1226327" rtl="0" eaLnBrk="1" latinLnBrk="0" hangingPunct="1">
        <a:lnSpc>
          <a:spcPct val="90000"/>
        </a:lnSpc>
        <a:spcBef>
          <a:spcPts val="1343"/>
        </a:spcBef>
        <a:buFont typeface="Arial" panose="020B0604020202020204" pitchFamily="34" charset="0"/>
        <a:buChar char="•"/>
        <a:defRPr sz="3755" b="0" i="0" kern="1200">
          <a:solidFill>
            <a:schemeClr val="tx1"/>
          </a:solidFill>
          <a:latin typeface="Satoshi" pitchFamily="2" charset="77"/>
          <a:ea typeface="+mn-ea"/>
          <a:cs typeface="+mn-cs"/>
        </a:defRPr>
      </a:lvl1pPr>
      <a:lvl2pPr marL="919746" indent="-306582" algn="l" defTabSz="1226327" rtl="0" eaLnBrk="1" latinLnBrk="0" hangingPunct="1">
        <a:lnSpc>
          <a:spcPct val="90000"/>
        </a:lnSpc>
        <a:spcBef>
          <a:spcPts val="671"/>
        </a:spcBef>
        <a:buFont typeface="Arial" panose="020B0604020202020204" pitchFamily="34" charset="0"/>
        <a:buChar char="•"/>
        <a:defRPr sz="3218" b="0" i="0" kern="1200">
          <a:solidFill>
            <a:schemeClr val="tx1"/>
          </a:solidFill>
          <a:latin typeface="Satoshi" pitchFamily="2" charset="77"/>
          <a:ea typeface="+mn-ea"/>
          <a:cs typeface="+mn-cs"/>
        </a:defRPr>
      </a:lvl2pPr>
      <a:lvl3pPr marL="1532909" indent="-306582" algn="l" defTabSz="1226327" rtl="0" eaLnBrk="1" latinLnBrk="0" hangingPunct="1">
        <a:lnSpc>
          <a:spcPct val="90000"/>
        </a:lnSpc>
        <a:spcBef>
          <a:spcPts val="671"/>
        </a:spcBef>
        <a:buFont typeface="Arial" panose="020B0604020202020204" pitchFamily="34" charset="0"/>
        <a:buChar char="•"/>
        <a:defRPr sz="2683" b="0" i="0" kern="1200">
          <a:solidFill>
            <a:schemeClr val="tx1"/>
          </a:solidFill>
          <a:latin typeface="Satoshi" pitchFamily="2" charset="77"/>
          <a:ea typeface="+mn-ea"/>
          <a:cs typeface="+mn-cs"/>
        </a:defRPr>
      </a:lvl3pPr>
      <a:lvl4pPr marL="2146073" indent="-306582" algn="l" defTabSz="1226327" rtl="0" eaLnBrk="1" latinLnBrk="0" hangingPunct="1">
        <a:lnSpc>
          <a:spcPct val="90000"/>
        </a:lnSpc>
        <a:spcBef>
          <a:spcPts val="671"/>
        </a:spcBef>
        <a:buFont typeface="Arial" panose="020B0604020202020204" pitchFamily="34" charset="0"/>
        <a:buChar char="•"/>
        <a:defRPr sz="2415" b="0" i="0" kern="1200">
          <a:solidFill>
            <a:schemeClr val="tx1"/>
          </a:solidFill>
          <a:latin typeface="Satoshi" pitchFamily="2" charset="77"/>
          <a:ea typeface="+mn-ea"/>
          <a:cs typeface="+mn-cs"/>
        </a:defRPr>
      </a:lvl4pPr>
      <a:lvl5pPr marL="2759235" indent="-306582" algn="l" defTabSz="1226327" rtl="0" eaLnBrk="1" latinLnBrk="0" hangingPunct="1">
        <a:lnSpc>
          <a:spcPct val="90000"/>
        </a:lnSpc>
        <a:spcBef>
          <a:spcPts val="671"/>
        </a:spcBef>
        <a:buFont typeface="Arial" panose="020B0604020202020204" pitchFamily="34" charset="0"/>
        <a:buChar char="•"/>
        <a:defRPr sz="2415" b="0" i="0" kern="1200">
          <a:solidFill>
            <a:schemeClr val="tx1"/>
          </a:solidFill>
          <a:latin typeface="Satoshi" pitchFamily="2" charset="77"/>
          <a:ea typeface="+mn-ea"/>
          <a:cs typeface="+mn-cs"/>
        </a:defRPr>
      </a:lvl5pPr>
      <a:lvl6pPr marL="3372399" indent="-306582" algn="l" defTabSz="1226327" rtl="0" eaLnBrk="1" latinLnBrk="0" hangingPunct="1">
        <a:lnSpc>
          <a:spcPct val="90000"/>
        </a:lnSpc>
        <a:spcBef>
          <a:spcPts val="671"/>
        </a:spcBef>
        <a:buFont typeface="Arial" panose="020B0604020202020204" pitchFamily="34" charset="0"/>
        <a:buChar char="•"/>
        <a:defRPr sz="2415" kern="1200">
          <a:solidFill>
            <a:schemeClr val="tx1"/>
          </a:solidFill>
          <a:latin typeface="+mn-lt"/>
          <a:ea typeface="+mn-ea"/>
          <a:cs typeface="+mn-cs"/>
        </a:defRPr>
      </a:lvl6pPr>
      <a:lvl7pPr marL="3985562" indent="-306582" algn="l" defTabSz="1226327" rtl="0" eaLnBrk="1" latinLnBrk="0" hangingPunct="1">
        <a:lnSpc>
          <a:spcPct val="90000"/>
        </a:lnSpc>
        <a:spcBef>
          <a:spcPts val="671"/>
        </a:spcBef>
        <a:buFont typeface="Arial" panose="020B0604020202020204" pitchFamily="34" charset="0"/>
        <a:buChar char="•"/>
        <a:defRPr sz="2415" kern="1200">
          <a:solidFill>
            <a:schemeClr val="tx1"/>
          </a:solidFill>
          <a:latin typeface="+mn-lt"/>
          <a:ea typeface="+mn-ea"/>
          <a:cs typeface="+mn-cs"/>
        </a:defRPr>
      </a:lvl7pPr>
      <a:lvl8pPr marL="4598725" indent="-306582" algn="l" defTabSz="1226327" rtl="0" eaLnBrk="1" latinLnBrk="0" hangingPunct="1">
        <a:lnSpc>
          <a:spcPct val="90000"/>
        </a:lnSpc>
        <a:spcBef>
          <a:spcPts val="671"/>
        </a:spcBef>
        <a:buFont typeface="Arial" panose="020B0604020202020204" pitchFamily="34" charset="0"/>
        <a:buChar char="•"/>
        <a:defRPr sz="2415" kern="1200">
          <a:solidFill>
            <a:schemeClr val="tx1"/>
          </a:solidFill>
          <a:latin typeface="+mn-lt"/>
          <a:ea typeface="+mn-ea"/>
          <a:cs typeface="+mn-cs"/>
        </a:defRPr>
      </a:lvl8pPr>
      <a:lvl9pPr marL="5211888" indent="-306582" algn="l" defTabSz="1226327" rtl="0" eaLnBrk="1" latinLnBrk="0" hangingPunct="1">
        <a:lnSpc>
          <a:spcPct val="90000"/>
        </a:lnSpc>
        <a:spcBef>
          <a:spcPts val="671"/>
        </a:spcBef>
        <a:buFont typeface="Arial" panose="020B0604020202020204" pitchFamily="34" charset="0"/>
        <a:buChar char="•"/>
        <a:defRPr sz="24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26327" rtl="0" eaLnBrk="1" latinLnBrk="0" hangingPunct="1">
        <a:defRPr sz="2415" kern="1200">
          <a:solidFill>
            <a:schemeClr val="tx1"/>
          </a:solidFill>
          <a:latin typeface="+mn-lt"/>
          <a:ea typeface="+mn-ea"/>
          <a:cs typeface="+mn-cs"/>
        </a:defRPr>
      </a:lvl1pPr>
      <a:lvl2pPr marL="613164" algn="l" defTabSz="1226327" rtl="0" eaLnBrk="1" latinLnBrk="0" hangingPunct="1">
        <a:defRPr sz="2415" kern="1200">
          <a:solidFill>
            <a:schemeClr val="tx1"/>
          </a:solidFill>
          <a:latin typeface="+mn-lt"/>
          <a:ea typeface="+mn-ea"/>
          <a:cs typeface="+mn-cs"/>
        </a:defRPr>
      </a:lvl2pPr>
      <a:lvl3pPr marL="1226327" algn="l" defTabSz="1226327" rtl="0" eaLnBrk="1" latinLnBrk="0" hangingPunct="1">
        <a:defRPr sz="2415" kern="1200">
          <a:solidFill>
            <a:schemeClr val="tx1"/>
          </a:solidFill>
          <a:latin typeface="+mn-lt"/>
          <a:ea typeface="+mn-ea"/>
          <a:cs typeface="+mn-cs"/>
        </a:defRPr>
      </a:lvl3pPr>
      <a:lvl4pPr marL="1839490" algn="l" defTabSz="1226327" rtl="0" eaLnBrk="1" latinLnBrk="0" hangingPunct="1">
        <a:defRPr sz="2415" kern="1200">
          <a:solidFill>
            <a:schemeClr val="tx1"/>
          </a:solidFill>
          <a:latin typeface="+mn-lt"/>
          <a:ea typeface="+mn-ea"/>
          <a:cs typeface="+mn-cs"/>
        </a:defRPr>
      </a:lvl4pPr>
      <a:lvl5pPr marL="2452653" algn="l" defTabSz="1226327" rtl="0" eaLnBrk="1" latinLnBrk="0" hangingPunct="1">
        <a:defRPr sz="2415" kern="1200">
          <a:solidFill>
            <a:schemeClr val="tx1"/>
          </a:solidFill>
          <a:latin typeface="+mn-lt"/>
          <a:ea typeface="+mn-ea"/>
          <a:cs typeface="+mn-cs"/>
        </a:defRPr>
      </a:lvl5pPr>
      <a:lvl6pPr marL="3065816" algn="l" defTabSz="1226327" rtl="0" eaLnBrk="1" latinLnBrk="0" hangingPunct="1">
        <a:defRPr sz="2415" kern="1200">
          <a:solidFill>
            <a:schemeClr val="tx1"/>
          </a:solidFill>
          <a:latin typeface="+mn-lt"/>
          <a:ea typeface="+mn-ea"/>
          <a:cs typeface="+mn-cs"/>
        </a:defRPr>
      </a:lvl6pPr>
      <a:lvl7pPr marL="3678979" algn="l" defTabSz="1226327" rtl="0" eaLnBrk="1" latinLnBrk="0" hangingPunct="1">
        <a:defRPr sz="2415" kern="1200">
          <a:solidFill>
            <a:schemeClr val="tx1"/>
          </a:solidFill>
          <a:latin typeface="+mn-lt"/>
          <a:ea typeface="+mn-ea"/>
          <a:cs typeface="+mn-cs"/>
        </a:defRPr>
      </a:lvl7pPr>
      <a:lvl8pPr marL="4292143" algn="l" defTabSz="1226327" rtl="0" eaLnBrk="1" latinLnBrk="0" hangingPunct="1">
        <a:defRPr sz="2415" kern="1200">
          <a:solidFill>
            <a:schemeClr val="tx1"/>
          </a:solidFill>
          <a:latin typeface="+mn-lt"/>
          <a:ea typeface="+mn-ea"/>
          <a:cs typeface="+mn-cs"/>
        </a:defRPr>
      </a:lvl8pPr>
      <a:lvl9pPr marL="4905305" algn="l" defTabSz="1226327" rtl="0" eaLnBrk="1" latinLnBrk="0" hangingPunct="1">
        <a:defRPr sz="2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.png"/><Relationship Id="rId1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9.png"/><Relationship Id="rId17" Type="http://schemas.openxmlformats.org/officeDocument/2006/relationships/image" Target="../media/image110.png"/><Relationship Id="rId2" Type="http://schemas.openxmlformats.org/officeDocument/2006/relationships/notesSlide" Target="../notesSlides/notesSlide1.xml"/><Relationship Id="rId16" Type="http://schemas.microsoft.com/office/2007/relationships/hdphoto" Target="../media/hdphoto5.wdp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microsoft.com/office/2007/relationships/hdphoto" Target="../media/hdphoto3.wdp"/><Relationship Id="rId5" Type="http://schemas.microsoft.com/office/2007/relationships/hdphoto" Target="../media/hdphoto1.wdp"/><Relationship Id="rId15" Type="http://schemas.openxmlformats.org/officeDocument/2006/relationships/image" Target="../media/image11.png"/><Relationship Id="rId10" Type="http://schemas.openxmlformats.org/officeDocument/2006/relationships/image" Target="../media/image8.png"/><Relationship Id="rId19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microsoft.com/office/2007/relationships/hdphoto" Target="../media/hdphoto2.wdp"/><Relationship Id="rId14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CAF81-E759-6F2B-BC0A-FFBD9F213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Image 0">
            <a:extLst>
              <a:ext uri="{FF2B5EF4-FFF2-40B4-BE49-F238E27FC236}">
                <a16:creationId xmlns:a16="http://schemas.microsoft.com/office/drawing/2014/main" id="{873DF5C1-98DF-B67F-42C2-24AEBAC56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134" y="26638323"/>
            <a:ext cx="11856101" cy="7346877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ED7AC00C-2114-3608-5FDD-C061F89586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866" y="26060414"/>
            <a:ext cx="9170090" cy="4724386"/>
          </a:xfrm>
          <a:prstGeom prst="rect">
            <a:avLst/>
          </a:prstGeom>
        </p:spPr>
      </p:pic>
      <p:pic>
        <p:nvPicPr>
          <p:cNvPr id="255" name="Picture 254">
            <a:extLst>
              <a:ext uri="{FF2B5EF4-FFF2-40B4-BE49-F238E27FC236}">
                <a16:creationId xmlns:a16="http://schemas.microsoft.com/office/drawing/2014/main" id="{A68B42DF-CA07-298F-ECCE-2DB82853D4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9350" y="20827268"/>
            <a:ext cx="9783309" cy="5233132"/>
          </a:xfrm>
          <a:prstGeom prst="rect">
            <a:avLst/>
          </a:prstGeom>
        </p:spPr>
      </p:pic>
      <p:pic>
        <p:nvPicPr>
          <p:cNvPr id="100" name="Picture Placeholder 99">
            <a:extLst>
              <a:ext uri="{FF2B5EF4-FFF2-40B4-BE49-F238E27FC236}">
                <a16:creationId xmlns:a16="http://schemas.microsoft.com/office/drawing/2014/main" id="{CD8E74B5-393B-4026-9B1A-C2C0FF949087}"/>
              </a:ext>
            </a:extLst>
          </p:cNvPr>
          <p:cNvPicPr preferRelativeResize="0">
            <a:picLocks noGrp="1"/>
          </p:cNvPicPr>
          <p:nvPr>
            <p:ph type="pic" sz="quarter" idx="10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2049" y="6251185"/>
            <a:ext cx="11684567" cy="7769615"/>
          </a:xfrm>
          <a:prstGeom prst="rect">
            <a:avLst/>
          </a:prstGeom>
        </p:spPr>
      </p:pic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A47D04E-5D74-666B-0997-BDAFD7C30D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57980" y="130321"/>
            <a:ext cx="26488971" cy="3130430"/>
          </a:xfrm>
        </p:spPr>
        <p:txBody>
          <a:bodyPr/>
          <a:lstStyle/>
          <a:p>
            <a:pPr algn="ctr"/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Territory-Aware Discrete-Time Deep Learning for Ischemic Stroke Recurrence and Mortality Risk Prediction with Patients Risk Trajectories Using Longitudinal EHR Data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B1462D52-69A6-A4C4-4FBA-9689A704F3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161925" y="3048000"/>
            <a:ext cx="20392943" cy="927308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Samrat Kumar Dey</a:t>
            </a:r>
            <a:r>
              <a:rPr lang="en-US" sz="54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, Adnan I. Qureshi</a:t>
            </a:r>
            <a:r>
              <a:rPr lang="en-US" sz="54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, and Chi-Ren Shyu</a:t>
            </a:r>
            <a:r>
              <a:rPr lang="en-US" sz="54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B5EE10B-4474-CEDD-2F77-9B37641FEE83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134884"/>
            <a:ext cx="3703320" cy="173736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54C02B8-8A6C-B3AD-04D5-6EDDC20C9D07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01" y="172541"/>
            <a:ext cx="3703320" cy="173736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A274ED9-E6A4-AA87-AD1C-09C64938D28B}"/>
              </a:ext>
            </a:extLst>
          </p:cNvPr>
          <p:cNvSpPr txBox="1"/>
          <p:nvPr/>
        </p:nvSpPr>
        <p:spPr>
          <a:xfrm>
            <a:off x="3993946" y="3918972"/>
            <a:ext cx="2697480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MU Institute for Data Science and Informatics; 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Department of Neurology, </a:t>
            </a:r>
            <a:r>
              <a:rPr lang="en-US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Department of Computer Science &amp; Engineering, University of Missouri, Columbia, MO, USA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DF2A18-550A-0F98-F1DA-A591C15DC7A7}"/>
              </a:ext>
            </a:extLst>
          </p:cNvPr>
          <p:cNvSpPr txBox="1"/>
          <p:nvPr/>
        </p:nvSpPr>
        <p:spPr>
          <a:xfrm>
            <a:off x="416739" y="5422208"/>
            <a:ext cx="3787094" cy="661720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000" b="1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Motivation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EDCC4CF-85B9-23EF-7A6B-6F9363912E51}"/>
              </a:ext>
            </a:extLst>
          </p:cNvPr>
          <p:cNvCxnSpPr>
            <a:cxnSpLocks/>
          </p:cNvCxnSpPr>
          <p:nvPr/>
        </p:nvCxnSpPr>
        <p:spPr>
          <a:xfrm flipV="1">
            <a:off x="749050" y="6039517"/>
            <a:ext cx="2679950" cy="17479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E49433D-4809-FD7D-E690-852EF67F853C}"/>
              </a:ext>
            </a:extLst>
          </p:cNvPr>
          <p:cNvGrpSpPr/>
          <p:nvPr/>
        </p:nvGrpSpPr>
        <p:grpSpPr>
          <a:xfrm>
            <a:off x="302911" y="16855522"/>
            <a:ext cx="5526388" cy="661720"/>
            <a:chOff x="403882" y="7257855"/>
            <a:chExt cx="7368517" cy="88229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223E98C-7389-FA9F-61BA-A34A8443B3E3}"/>
                </a:ext>
              </a:extLst>
            </p:cNvPr>
            <p:cNvSpPr txBox="1"/>
            <p:nvPr/>
          </p:nvSpPr>
          <p:spPr>
            <a:xfrm>
              <a:off x="403882" y="7257855"/>
              <a:ext cx="7368517" cy="882293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lvl="1">
                <a:spcAft>
                  <a:spcPts val="1350"/>
                </a:spcAft>
              </a:pPr>
              <a:r>
                <a:rPr lang="en-US" sz="4000" b="1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Contributions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092515-436E-2238-1ECB-F24305394029}"/>
                </a:ext>
              </a:extLst>
            </p:cNvPr>
            <p:cNvCxnSpPr>
              <a:cxnSpLocks/>
            </p:cNvCxnSpPr>
            <p:nvPr/>
          </p:nvCxnSpPr>
          <p:spPr>
            <a:xfrm>
              <a:off x="846963" y="8104243"/>
              <a:ext cx="5049459" cy="1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D9BD8AC-BEDD-7E65-2C31-B843DA8DA5EA}"/>
              </a:ext>
            </a:extLst>
          </p:cNvPr>
          <p:cNvGrpSpPr/>
          <p:nvPr/>
        </p:nvGrpSpPr>
        <p:grpSpPr>
          <a:xfrm>
            <a:off x="339246" y="25220523"/>
            <a:ext cx="5526388" cy="661720"/>
            <a:chOff x="111108" y="7257858"/>
            <a:chExt cx="7368517" cy="882293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F572F33-1C48-BFF3-911C-DD5EDBBB8DF6}"/>
                </a:ext>
              </a:extLst>
            </p:cNvPr>
            <p:cNvSpPr txBox="1"/>
            <p:nvPr/>
          </p:nvSpPr>
          <p:spPr>
            <a:xfrm>
              <a:off x="111108" y="7257858"/>
              <a:ext cx="7368517" cy="882293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lvl="1">
                <a:spcAft>
                  <a:spcPts val="1350"/>
                </a:spcAft>
              </a:pPr>
              <a:r>
                <a:rPr lang="en-US" sz="4000" b="1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Data Descriptions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30D33C0-2269-1DD4-AB84-117283CFA45B}"/>
                </a:ext>
              </a:extLst>
            </p:cNvPr>
            <p:cNvCxnSpPr>
              <a:cxnSpLocks/>
            </p:cNvCxnSpPr>
            <p:nvPr/>
          </p:nvCxnSpPr>
          <p:spPr>
            <a:xfrm>
              <a:off x="523709" y="8104244"/>
              <a:ext cx="6556030" cy="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48E6430-DE1F-A632-769B-3B69743DF933}"/>
              </a:ext>
            </a:extLst>
          </p:cNvPr>
          <p:cNvCxnSpPr>
            <a:cxnSpLocks/>
          </p:cNvCxnSpPr>
          <p:nvPr/>
        </p:nvCxnSpPr>
        <p:spPr>
          <a:xfrm flipH="1">
            <a:off x="10210800" y="5964321"/>
            <a:ext cx="130883" cy="32310158"/>
          </a:xfrm>
          <a:prstGeom prst="line">
            <a:avLst/>
          </a:prstGeom>
          <a:ln w="19050"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B919300-BB7C-1371-AA6A-0F98BC6A2CE3}"/>
              </a:ext>
            </a:extLst>
          </p:cNvPr>
          <p:cNvCxnSpPr>
            <a:cxnSpLocks/>
          </p:cNvCxnSpPr>
          <p:nvPr/>
        </p:nvCxnSpPr>
        <p:spPr>
          <a:xfrm flipH="1">
            <a:off x="22783800" y="5964321"/>
            <a:ext cx="46798" cy="32310158"/>
          </a:xfrm>
          <a:prstGeom prst="line">
            <a:avLst/>
          </a:prstGeom>
          <a:ln w="19050"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1D38D09-61D7-3517-8BB4-05A253361845}"/>
              </a:ext>
            </a:extLst>
          </p:cNvPr>
          <p:cNvGrpSpPr/>
          <p:nvPr/>
        </p:nvGrpSpPr>
        <p:grpSpPr>
          <a:xfrm>
            <a:off x="10589334" y="5375441"/>
            <a:ext cx="5869865" cy="1177759"/>
            <a:chOff x="111108" y="7257858"/>
            <a:chExt cx="7368517" cy="1703030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20AE1E0-A1EB-4F2E-20C1-806E55EB7AD5}"/>
                </a:ext>
              </a:extLst>
            </p:cNvPr>
            <p:cNvSpPr txBox="1"/>
            <p:nvPr/>
          </p:nvSpPr>
          <p:spPr>
            <a:xfrm>
              <a:off x="111108" y="7257858"/>
              <a:ext cx="7368517" cy="170303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lvl="1">
                <a:spcAft>
                  <a:spcPts val="1350"/>
                </a:spcAft>
              </a:pPr>
              <a:r>
                <a:rPr lang="en-US" sz="4000" b="1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TA-DT-DL Framework</a:t>
              </a:r>
              <a:endParaRPr lang="en-US" sz="3900" b="1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E692F2F-8A56-7FF9-139C-8429C3CA3988}"/>
                </a:ext>
              </a:extLst>
            </p:cNvPr>
            <p:cNvCxnSpPr>
              <a:cxnSpLocks/>
            </p:cNvCxnSpPr>
            <p:nvPr/>
          </p:nvCxnSpPr>
          <p:spPr>
            <a:xfrm>
              <a:off x="523709" y="8079411"/>
              <a:ext cx="6955916" cy="513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10C782D-382F-8207-AC6B-22A16F8332F6}"/>
              </a:ext>
            </a:extLst>
          </p:cNvPr>
          <p:cNvGrpSpPr/>
          <p:nvPr/>
        </p:nvGrpSpPr>
        <p:grpSpPr>
          <a:xfrm>
            <a:off x="22929487" y="5422208"/>
            <a:ext cx="5526388" cy="661720"/>
            <a:chOff x="232592" y="7356337"/>
            <a:chExt cx="7368517" cy="882293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F494D15-5789-8FEA-009A-A6FC03D6ADD9}"/>
                </a:ext>
              </a:extLst>
            </p:cNvPr>
            <p:cNvSpPr txBox="1"/>
            <p:nvPr/>
          </p:nvSpPr>
          <p:spPr>
            <a:xfrm>
              <a:off x="232592" y="7356337"/>
              <a:ext cx="7368517" cy="882293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lvl="1">
                <a:spcAft>
                  <a:spcPts val="1350"/>
                </a:spcAft>
              </a:pPr>
              <a:r>
                <a:rPr lang="en-US" sz="4000" b="1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Calibration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4DA6E31-76D4-CC92-C7F0-630512521B52}"/>
                </a:ext>
              </a:extLst>
            </p:cNvPr>
            <p:cNvCxnSpPr>
              <a:cxnSpLocks/>
            </p:cNvCxnSpPr>
            <p:nvPr/>
          </p:nvCxnSpPr>
          <p:spPr>
            <a:xfrm>
              <a:off x="645193" y="8202723"/>
              <a:ext cx="4115189" cy="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5CD7FF6-04EA-FEA8-2242-D0246798F9D5}"/>
              </a:ext>
            </a:extLst>
          </p:cNvPr>
          <p:cNvGrpSpPr/>
          <p:nvPr/>
        </p:nvGrpSpPr>
        <p:grpSpPr>
          <a:xfrm>
            <a:off x="22790801" y="34009280"/>
            <a:ext cx="5326999" cy="661720"/>
            <a:chOff x="111108" y="7257851"/>
            <a:chExt cx="7368517" cy="882292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40A72FF-C238-97A7-364D-D85507C047EF}"/>
                </a:ext>
              </a:extLst>
            </p:cNvPr>
            <p:cNvSpPr txBox="1"/>
            <p:nvPr/>
          </p:nvSpPr>
          <p:spPr>
            <a:xfrm>
              <a:off x="111108" y="7257851"/>
              <a:ext cx="7368517" cy="882292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lvl="1">
                <a:spcAft>
                  <a:spcPts val="1350"/>
                </a:spcAft>
              </a:pPr>
              <a:r>
                <a:rPr lang="en-US" sz="4000" b="1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Conclusion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C6FFE81-BD69-8C49-1760-F075C2B83FC3}"/>
                </a:ext>
              </a:extLst>
            </p:cNvPr>
            <p:cNvCxnSpPr>
              <a:cxnSpLocks/>
            </p:cNvCxnSpPr>
            <p:nvPr/>
          </p:nvCxnSpPr>
          <p:spPr>
            <a:xfrm>
              <a:off x="523709" y="8104244"/>
              <a:ext cx="4215441" cy="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27D9F6C9-AB4D-F589-ED5B-6BB4736A63B5}"/>
              </a:ext>
            </a:extLst>
          </p:cNvPr>
          <p:cNvSpPr txBox="1"/>
          <p:nvPr/>
        </p:nvSpPr>
        <p:spPr>
          <a:xfrm>
            <a:off x="22985254" y="36331029"/>
            <a:ext cx="970454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[1] Feigin VL et al. Global burden of stroke and risk factors, 1990–2019. Lancet Neurol. 2021.</a:t>
            </a:r>
            <a:b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[2] Aarnio K et al. Long-term mortality after first-ever and recurrent stroke in young adults. Stroke. 2014.</a:t>
            </a:r>
            <a:b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[3] Xu L, Zhou B, Xu Y. Evaluating Cox proportional hazards model limitations in cardiovascular research.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Eur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Stroke J. 2025.</a:t>
            </a:r>
            <a:b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[4] Jiang N, Wu Y, Li C. Limitations of Cox proportional hazards model in cardiovascular research. Cardiovasc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Diabetol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. 2024.</a:t>
            </a:r>
            <a:b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[5] Karvelas N et al. Long-term outcomes after posterior circulation stroke.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Eur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Stroke J. 2025.</a:t>
            </a:r>
            <a:b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[6] Zürcher E et al. Differences in anterior vs posterior circulation ischemic stroke outcomes. J Stroke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Cerebrovasc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Dis. 2019.</a:t>
            </a:r>
            <a:b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[7]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Issaiy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M et al. Machine learning and deep learning in stroke medicine: systematic review. J Neurol. 2024.</a:t>
            </a:r>
            <a:b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[8] Oracle Health. Real-world data platform. 2025.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D56CED-ED0E-EE7E-DDA9-5F27AA8AFCE7}"/>
              </a:ext>
            </a:extLst>
          </p:cNvPr>
          <p:cNvSpPr txBox="1"/>
          <p:nvPr/>
        </p:nvSpPr>
        <p:spPr>
          <a:xfrm>
            <a:off x="25298400" y="35977324"/>
            <a:ext cx="3428999" cy="446276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 algn="ctr">
              <a:spcAft>
                <a:spcPts val="1350"/>
              </a:spcAft>
            </a:pPr>
            <a:r>
              <a:rPr lang="en-US" sz="2600" b="1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A29029F-D770-5806-196C-7A149A29C260}"/>
              </a:ext>
            </a:extLst>
          </p:cNvPr>
          <p:cNvSpPr txBox="1"/>
          <p:nvPr/>
        </p:nvSpPr>
        <p:spPr>
          <a:xfrm>
            <a:off x="624963" y="6096000"/>
            <a:ext cx="9470774" cy="2417683"/>
          </a:xfrm>
          <a:prstGeom prst="round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Ischemic stroke is a leading cause of death and long-term disability worldwide [1]. Accurate post-stroke risk prediction is critical for guiding secondary prevention and personalized care.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C974BF4-418B-19DA-6014-CAFD3D2DD2D0}"/>
              </a:ext>
            </a:extLst>
          </p:cNvPr>
          <p:cNvSpPr txBox="1"/>
          <p:nvPr/>
        </p:nvSpPr>
        <p:spPr>
          <a:xfrm>
            <a:off x="302911" y="10839874"/>
            <a:ext cx="7750399" cy="661720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lvl="1">
              <a:spcAft>
                <a:spcPts val="1350"/>
              </a:spcAft>
            </a:pPr>
            <a:r>
              <a:rPr lang="en-US" sz="4000" b="1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Gaps in Current Approaches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567244A-A533-374E-93A1-E0E9E77C143D}"/>
              </a:ext>
            </a:extLst>
          </p:cNvPr>
          <p:cNvCxnSpPr>
            <a:cxnSpLocks/>
          </p:cNvCxnSpPr>
          <p:nvPr/>
        </p:nvCxnSpPr>
        <p:spPr>
          <a:xfrm>
            <a:off x="635222" y="11506200"/>
            <a:ext cx="7137178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DE605BBC-4F02-66DF-90BE-593F169863E0}"/>
              </a:ext>
            </a:extLst>
          </p:cNvPr>
          <p:cNvSpPr txBox="1"/>
          <p:nvPr/>
        </p:nvSpPr>
        <p:spPr>
          <a:xfrm>
            <a:off x="10952049" y="14168735"/>
            <a:ext cx="11684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Fig. 1.  Proposed architecture of the TA-DT-DL framework.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715E37E5-0BB4-3CD0-15D5-6B34537E660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489" y="25635319"/>
            <a:ext cx="2242690" cy="1413789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82D7E5A-5C20-CEDB-807B-0FB0537E7F5D}"/>
              </a:ext>
            </a:extLst>
          </p:cNvPr>
          <p:cNvGrpSpPr/>
          <p:nvPr/>
        </p:nvGrpSpPr>
        <p:grpSpPr>
          <a:xfrm>
            <a:off x="10458451" y="21072347"/>
            <a:ext cx="5888369" cy="661720"/>
            <a:chOff x="111108" y="7303955"/>
            <a:chExt cx="7368517" cy="885725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245AD53-FC8E-8629-F043-AC4CA084D227}"/>
                </a:ext>
              </a:extLst>
            </p:cNvPr>
            <p:cNvSpPr txBox="1"/>
            <p:nvPr/>
          </p:nvSpPr>
          <p:spPr>
            <a:xfrm>
              <a:off x="111108" y="7303955"/>
              <a:ext cx="7368517" cy="88572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lvl="1">
                <a:spcAft>
                  <a:spcPts val="1350"/>
                </a:spcAft>
              </a:pPr>
              <a:r>
                <a:rPr lang="en-US" sz="4000" b="1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Observed Outcome</a:t>
              </a:r>
            </a:p>
          </p:txBody>
        </p: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489B745A-7830-AFA5-3AC8-1269250B8F00}"/>
                </a:ext>
              </a:extLst>
            </p:cNvPr>
            <p:cNvCxnSpPr>
              <a:cxnSpLocks/>
            </p:cNvCxnSpPr>
            <p:nvPr/>
          </p:nvCxnSpPr>
          <p:spPr>
            <a:xfrm>
              <a:off x="523709" y="8104244"/>
              <a:ext cx="6772289" cy="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DDDCD5E2-66C6-DFD4-A887-CEA0A27F3ECF}"/>
              </a:ext>
            </a:extLst>
          </p:cNvPr>
          <p:cNvSpPr txBox="1"/>
          <p:nvPr/>
        </p:nvSpPr>
        <p:spPr>
          <a:xfrm>
            <a:off x="23038497" y="34766488"/>
            <a:ext cx="9485058" cy="1123712"/>
          </a:xfrm>
          <a:prstGeom prst="roundRect">
            <a:avLst/>
          </a:prstGeom>
          <a:solidFill>
            <a:srgbClr val="DEEAE0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Integrates vascular territory with interval-specific hazards over 2 years.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Most reliable calibration (1.2 pp error), critical for clinical deployment.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Identifies 91–365-day subacute window as critical recurrence escalation period.</a:t>
            </a:r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74473DED-4099-A5C2-C3C8-22C65511AE49}"/>
              </a:ext>
            </a:extLst>
          </p:cNvPr>
          <p:cNvGrpSpPr/>
          <p:nvPr/>
        </p:nvGrpSpPr>
        <p:grpSpPr>
          <a:xfrm>
            <a:off x="22634235" y="14124079"/>
            <a:ext cx="7362733" cy="661720"/>
            <a:chOff x="232592" y="7356337"/>
            <a:chExt cx="7368517" cy="1057758"/>
          </a:xfrm>
        </p:grpSpPr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B9A9FC10-7F5D-A7AD-E5AE-0EEC8328DA45}"/>
                </a:ext>
              </a:extLst>
            </p:cNvPr>
            <p:cNvSpPr txBox="1"/>
            <p:nvPr/>
          </p:nvSpPr>
          <p:spPr>
            <a:xfrm>
              <a:off x="232592" y="7356337"/>
              <a:ext cx="7368517" cy="1057758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lvl="1">
                <a:spcAft>
                  <a:spcPts val="1350"/>
                </a:spcAft>
              </a:pPr>
              <a:r>
                <a:rPr lang="en-US" sz="4000" b="1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Performance</a:t>
              </a:r>
            </a:p>
          </p:txBody>
        </p: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76216547-D375-D8C6-4998-B53853F8E1FF}"/>
                </a:ext>
              </a:extLst>
            </p:cNvPr>
            <p:cNvCxnSpPr>
              <a:cxnSpLocks/>
            </p:cNvCxnSpPr>
            <p:nvPr/>
          </p:nvCxnSpPr>
          <p:spPr>
            <a:xfrm>
              <a:off x="645193" y="8287496"/>
              <a:ext cx="3245035" cy="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02D70E3-17DE-0CEF-A482-319ACB9C4F44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6410"/>
            <a:ext cx="2743200" cy="1371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4452DD-8616-CAFF-928B-91569991B989}"/>
              </a:ext>
            </a:extLst>
          </p:cNvPr>
          <p:cNvPicPr>
            <a:picLocks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5080" y="2209799"/>
            <a:ext cx="3703320" cy="1737360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B45010E7-487F-2E0E-B871-52F4BC1B03F0}"/>
              </a:ext>
            </a:extLst>
          </p:cNvPr>
          <p:cNvSpPr/>
          <p:nvPr/>
        </p:nvSpPr>
        <p:spPr>
          <a:xfrm>
            <a:off x="749050" y="8534400"/>
            <a:ext cx="9171895" cy="2101283"/>
          </a:xfrm>
          <a:prstGeom prst="rect">
            <a:avLst/>
          </a:prstGeom>
          <a:solidFill>
            <a:srgbClr val="FAF8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5A9F0918-7A4D-629D-077E-2C1E8CE01044}"/>
              </a:ext>
            </a:extLst>
          </p:cNvPr>
          <p:cNvSpPr/>
          <p:nvPr/>
        </p:nvSpPr>
        <p:spPr>
          <a:xfrm>
            <a:off x="753108" y="8538470"/>
            <a:ext cx="98432" cy="2097212"/>
          </a:xfrm>
          <a:prstGeom prst="rect">
            <a:avLst/>
          </a:prstGeom>
          <a:solidFill>
            <a:srgbClr val="7A0019"/>
          </a:solidFill>
          <a:ln/>
        </p:spPr>
        <p:txBody>
          <a:bodyPr/>
          <a:lstStyle/>
          <a:p>
            <a:endParaRPr lang="en-US">
              <a:solidFill>
                <a:srgbClr val="7A0019"/>
              </a:solidFill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AF440D77-6AB8-01B2-6D03-88B501BAD64E}"/>
              </a:ext>
            </a:extLst>
          </p:cNvPr>
          <p:cNvSpPr/>
          <p:nvPr/>
        </p:nvSpPr>
        <p:spPr>
          <a:xfrm>
            <a:off x="909071" y="8689988"/>
            <a:ext cx="1834130" cy="60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10–20%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C4780C40-1D78-9FA7-A3EC-49B07CDF31A3}"/>
              </a:ext>
            </a:extLst>
          </p:cNvPr>
          <p:cNvSpPr/>
          <p:nvPr/>
        </p:nvSpPr>
        <p:spPr>
          <a:xfrm>
            <a:off x="2874032" y="8610600"/>
            <a:ext cx="6286337" cy="912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of stroke patients experience another stroke within 2 years [2]</a:t>
            </a: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474C7FDE-99C7-2DA7-457B-E402D92B8947}"/>
              </a:ext>
            </a:extLst>
          </p:cNvPr>
          <p:cNvSpPr/>
          <p:nvPr/>
        </p:nvSpPr>
        <p:spPr>
          <a:xfrm>
            <a:off x="845649" y="9852573"/>
            <a:ext cx="1834130" cy="600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&gt;15%</a:t>
            </a:r>
            <a:endParaRPr lang="en-US" sz="36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86925B4F-2F02-99E6-1CC3-4FE3F4F11EE1}"/>
              </a:ext>
            </a:extLst>
          </p:cNvPr>
          <p:cNvSpPr/>
          <p:nvPr/>
        </p:nvSpPr>
        <p:spPr>
          <a:xfrm>
            <a:off x="2874031" y="9715331"/>
            <a:ext cx="6975923" cy="8016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3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die within 2 years of their initial </a:t>
            </a:r>
          </a:p>
          <a:p>
            <a:pPr marL="0" indent="0" algn="just">
              <a:buNone/>
            </a:pPr>
            <a:r>
              <a:rPr lang="en-US" sz="30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event [2]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2B23270-22F1-6F24-F741-9838EC2F0E32}"/>
              </a:ext>
            </a:extLst>
          </p:cNvPr>
          <p:cNvSpPr/>
          <p:nvPr/>
        </p:nvSpPr>
        <p:spPr>
          <a:xfrm>
            <a:off x="815616" y="11721608"/>
            <a:ext cx="480055" cy="475449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1440CD2-533A-DEF7-2C02-5E03FF8F60B3}"/>
              </a:ext>
            </a:extLst>
          </p:cNvPr>
          <p:cNvSpPr/>
          <p:nvPr/>
        </p:nvSpPr>
        <p:spPr>
          <a:xfrm>
            <a:off x="815617" y="1172160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911C2189-3471-445D-F43D-2D2BCF22B438}"/>
              </a:ext>
            </a:extLst>
          </p:cNvPr>
          <p:cNvSpPr/>
          <p:nvPr/>
        </p:nvSpPr>
        <p:spPr>
          <a:xfrm>
            <a:off x="1409977" y="11734800"/>
            <a:ext cx="4389119" cy="38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Binary endpoints</a:t>
            </a:r>
            <a:endParaRPr lang="en-US" sz="34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3960EB28-D592-3361-1B70-9EC140C54A72}"/>
              </a:ext>
            </a:extLst>
          </p:cNvPr>
          <p:cNvSpPr/>
          <p:nvPr/>
        </p:nvSpPr>
        <p:spPr>
          <a:xfrm>
            <a:off x="1409977" y="12192000"/>
            <a:ext cx="8510969" cy="1007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Fixed timepoint classification obscures temporal risk dynamics [3]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21B97F77-7937-5144-C628-78CE89B76F6D}"/>
              </a:ext>
            </a:extLst>
          </p:cNvPr>
          <p:cNvSpPr/>
          <p:nvPr/>
        </p:nvSpPr>
        <p:spPr>
          <a:xfrm>
            <a:off x="792480" y="13455737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200E891F-75B7-1ECD-5D03-76448EF2A1C2}"/>
              </a:ext>
            </a:extLst>
          </p:cNvPr>
          <p:cNvSpPr/>
          <p:nvPr/>
        </p:nvSpPr>
        <p:spPr>
          <a:xfrm>
            <a:off x="792478" y="13421356"/>
            <a:ext cx="449577" cy="491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5F0D24A9-98F0-0193-9E45-447936C8CC2D}"/>
              </a:ext>
            </a:extLst>
          </p:cNvPr>
          <p:cNvSpPr/>
          <p:nvPr/>
        </p:nvSpPr>
        <p:spPr>
          <a:xfrm>
            <a:off x="1386840" y="13411200"/>
            <a:ext cx="57750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Pooled vascular territories</a:t>
            </a:r>
            <a:endParaRPr lang="en-US" sz="34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6D1E985B-E75B-8F92-5387-C512A5551727}"/>
              </a:ext>
            </a:extLst>
          </p:cNvPr>
          <p:cNvSpPr/>
          <p:nvPr/>
        </p:nvSpPr>
        <p:spPr>
          <a:xfrm>
            <a:off x="1409976" y="13934445"/>
            <a:ext cx="8727391" cy="844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Anterior vs. posterior recurrence patterns are not modeled [4-5]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8EACA7B2-09AC-AFC6-205E-C564CB923725}"/>
              </a:ext>
            </a:extLst>
          </p:cNvPr>
          <p:cNvSpPr/>
          <p:nvPr/>
        </p:nvSpPr>
        <p:spPr>
          <a:xfrm>
            <a:off x="792479" y="14954112"/>
            <a:ext cx="480057" cy="457198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AF51D782-C888-EE72-FF6E-8403F555B09E}"/>
              </a:ext>
            </a:extLst>
          </p:cNvPr>
          <p:cNvSpPr/>
          <p:nvPr/>
        </p:nvSpPr>
        <p:spPr>
          <a:xfrm>
            <a:off x="792480" y="14954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24">
            <a:extLst>
              <a:ext uri="{FF2B5EF4-FFF2-40B4-BE49-F238E27FC236}">
                <a16:creationId xmlns:a16="http://schemas.microsoft.com/office/drawing/2014/main" id="{0E884E63-DA8B-B95A-0662-455A7128AE19}"/>
              </a:ext>
            </a:extLst>
          </p:cNvPr>
          <p:cNvSpPr/>
          <p:nvPr/>
        </p:nvSpPr>
        <p:spPr>
          <a:xfrm>
            <a:off x="1386840" y="14908392"/>
            <a:ext cx="7071359" cy="464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Cox/PH assumptions break down</a:t>
            </a:r>
          </a:p>
        </p:txBody>
      </p:sp>
      <p:sp>
        <p:nvSpPr>
          <p:cNvPr id="40" name="Text 25">
            <a:extLst>
              <a:ext uri="{FF2B5EF4-FFF2-40B4-BE49-F238E27FC236}">
                <a16:creationId xmlns:a16="http://schemas.microsoft.com/office/drawing/2014/main" id="{CB460EEB-FC9B-B85E-CBD1-75C5C19B0B14}"/>
              </a:ext>
            </a:extLst>
          </p:cNvPr>
          <p:cNvSpPr/>
          <p:nvPr/>
        </p:nvSpPr>
        <p:spPr>
          <a:xfrm>
            <a:off x="1407000" y="15349040"/>
            <a:ext cx="8442955" cy="1396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Real-world cohorts show nonlinear, time-dependent effects that violate proportional-hazards assumptions [6,7].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Shape 6">
            <a:extLst>
              <a:ext uri="{FF2B5EF4-FFF2-40B4-BE49-F238E27FC236}">
                <a16:creationId xmlns:a16="http://schemas.microsoft.com/office/drawing/2014/main" id="{A436AF1A-9482-C72B-0D9F-B18A0F1D71AB}"/>
              </a:ext>
            </a:extLst>
          </p:cNvPr>
          <p:cNvSpPr/>
          <p:nvPr/>
        </p:nvSpPr>
        <p:spPr>
          <a:xfrm>
            <a:off x="629358" y="17694027"/>
            <a:ext cx="9291587" cy="2493842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7">
            <a:extLst>
              <a:ext uri="{FF2B5EF4-FFF2-40B4-BE49-F238E27FC236}">
                <a16:creationId xmlns:a16="http://schemas.microsoft.com/office/drawing/2014/main" id="{7E46DCB6-EFA3-AD80-334B-CD8093ECE577}"/>
              </a:ext>
            </a:extLst>
          </p:cNvPr>
          <p:cNvSpPr/>
          <p:nvPr/>
        </p:nvSpPr>
        <p:spPr>
          <a:xfrm>
            <a:off x="812238" y="17831187"/>
            <a:ext cx="8332231" cy="367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Territory-Aware Discrete-Time Framework</a:t>
            </a:r>
            <a:endParaRPr lang="en-US" sz="32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 8">
            <a:extLst>
              <a:ext uri="{FF2B5EF4-FFF2-40B4-BE49-F238E27FC236}">
                <a16:creationId xmlns:a16="http://schemas.microsoft.com/office/drawing/2014/main" id="{92377BB6-AA09-C32E-58A2-2E90A61CDE45}"/>
              </a:ext>
            </a:extLst>
          </p:cNvPr>
          <p:cNvSpPr/>
          <p:nvPr/>
        </p:nvSpPr>
        <p:spPr>
          <a:xfrm>
            <a:off x="812238" y="18290418"/>
            <a:ext cx="9037717" cy="1942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Models' recurrence and mortality as interval-specific hazards across three clinically meaningful phases </a:t>
            </a: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(0–90, 91–365, 366–730 days), explicitly incorporating vascular territory.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Shape 11">
            <a:extLst>
              <a:ext uri="{FF2B5EF4-FFF2-40B4-BE49-F238E27FC236}">
                <a16:creationId xmlns:a16="http://schemas.microsoft.com/office/drawing/2014/main" id="{8BEA31B2-2232-99AD-5551-3460F68B6D91}"/>
              </a:ext>
            </a:extLst>
          </p:cNvPr>
          <p:cNvSpPr/>
          <p:nvPr/>
        </p:nvSpPr>
        <p:spPr>
          <a:xfrm>
            <a:off x="609884" y="20386140"/>
            <a:ext cx="9311061" cy="223718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A42F17F3-E22D-7BCF-38DB-3B0AD9D45760}"/>
              </a:ext>
            </a:extLst>
          </p:cNvPr>
          <p:cNvSpPr/>
          <p:nvPr/>
        </p:nvSpPr>
        <p:spPr>
          <a:xfrm>
            <a:off x="769412" y="20362558"/>
            <a:ext cx="8463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Time-Resolved Risk Stratification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 13">
            <a:extLst>
              <a:ext uri="{FF2B5EF4-FFF2-40B4-BE49-F238E27FC236}">
                <a16:creationId xmlns:a16="http://schemas.microsoft.com/office/drawing/2014/main" id="{6DA2E77E-1C91-39A9-05E1-725B55423EA9}"/>
              </a:ext>
            </a:extLst>
          </p:cNvPr>
          <p:cNvSpPr/>
          <p:nvPr/>
        </p:nvSpPr>
        <p:spPr>
          <a:xfrm>
            <a:off x="792480" y="20819758"/>
            <a:ext cx="9128465" cy="177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Translates continuous model predictions into clinically interpretable risk categories (Low, Moderate, High, Very High) and patient-level trajectories.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Shape 16">
            <a:extLst>
              <a:ext uri="{FF2B5EF4-FFF2-40B4-BE49-F238E27FC236}">
                <a16:creationId xmlns:a16="http://schemas.microsoft.com/office/drawing/2014/main" id="{CDF8258F-4992-0F85-DEFC-85C27570D9B6}"/>
              </a:ext>
            </a:extLst>
          </p:cNvPr>
          <p:cNvSpPr/>
          <p:nvPr/>
        </p:nvSpPr>
        <p:spPr>
          <a:xfrm>
            <a:off x="629359" y="22809778"/>
            <a:ext cx="9220596" cy="2204756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17">
            <a:extLst>
              <a:ext uri="{FF2B5EF4-FFF2-40B4-BE49-F238E27FC236}">
                <a16:creationId xmlns:a16="http://schemas.microsoft.com/office/drawing/2014/main" id="{FC17137E-7605-FCE9-77AD-DF20ADD6E9B7}"/>
              </a:ext>
            </a:extLst>
          </p:cNvPr>
          <p:cNvSpPr/>
          <p:nvPr/>
        </p:nvSpPr>
        <p:spPr>
          <a:xfrm>
            <a:off x="746795" y="22921908"/>
            <a:ext cx="8463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Large-Scale Real-World Evaluation</a:t>
            </a:r>
            <a:endParaRPr lang="en-US" sz="32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 18">
            <a:extLst>
              <a:ext uri="{FF2B5EF4-FFF2-40B4-BE49-F238E27FC236}">
                <a16:creationId xmlns:a16="http://schemas.microsoft.com/office/drawing/2014/main" id="{B4CEC31C-2E5E-4230-3DA7-CC2118A1474F}"/>
              </a:ext>
            </a:extLst>
          </p:cNvPr>
          <p:cNvSpPr/>
          <p:nvPr/>
        </p:nvSpPr>
        <p:spPr>
          <a:xfrm>
            <a:off x="766774" y="23433662"/>
            <a:ext cx="9083181" cy="1591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118,727 ischemic stroke patients across 149 U.S. health systems [8]. Evaluated discrimination, calibration, O/E agreement, and individual-level trajectories.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C105C1F0-AABE-F78B-D7C7-3C3042651714}"/>
              </a:ext>
            </a:extLst>
          </p:cNvPr>
          <p:cNvGrpSpPr/>
          <p:nvPr/>
        </p:nvGrpSpPr>
        <p:grpSpPr>
          <a:xfrm>
            <a:off x="416739" y="31016133"/>
            <a:ext cx="5526388" cy="661720"/>
            <a:chOff x="111108" y="7257858"/>
            <a:chExt cx="7368517" cy="882293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D8CD51D-E7F1-6144-A155-5FD33BD057F5}"/>
                </a:ext>
              </a:extLst>
            </p:cNvPr>
            <p:cNvSpPr txBox="1"/>
            <p:nvPr/>
          </p:nvSpPr>
          <p:spPr>
            <a:xfrm>
              <a:off x="111108" y="7257858"/>
              <a:ext cx="7368517" cy="882293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lvl="1">
                <a:spcAft>
                  <a:spcPts val="1350"/>
                </a:spcAft>
              </a:pPr>
              <a:r>
                <a:rPr lang="en-US" sz="4000" b="1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Vascular Territory</a:t>
              </a: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6F63E10-0D58-0AAD-3770-85858884E9EA}"/>
                </a:ext>
              </a:extLst>
            </p:cNvPr>
            <p:cNvCxnSpPr>
              <a:cxnSpLocks/>
            </p:cNvCxnSpPr>
            <p:nvPr/>
          </p:nvCxnSpPr>
          <p:spPr>
            <a:xfrm>
              <a:off x="523709" y="8104244"/>
              <a:ext cx="6042146" cy="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5" name="Shape 4">
            <a:extLst>
              <a:ext uri="{FF2B5EF4-FFF2-40B4-BE49-F238E27FC236}">
                <a16:creationId xmlns:a16="http://schemas.microsoft.com/office/drawing/2014/main" id="{9F2D39CD-5B7D-3BE7-D2BF-0992E89B1667}"/>
              </a:ext>
            </a:extLst>
          </p:cNvPr>
          <p:cNvSpPr/>
          <p:nvPr/>
        </p:nvSpPr>
        <p:spPr>
          <a:xfrm>
            <a:off x="710412" y="31841114"/>
            <a:ext cx="9210533" cy="3073214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6" name="Shape 5">
            <a:extLst>
              <a:ext uri="{FF2B5EF4-FFF2-40B4-BE49-F238E27FC236}">
                <a16:creationId xmlns:a16="http://schemas.microsoft.com/office/drawing/2014/main" id="{1E17E579-3151-504B-A4BA-1283F44C49B1}"/>
              </a:ext>
            </a:extLst>
          </p:cNvPr>
          <p:cNvSpPr/>
          <p:nvPr/>
        </p:nvSpPr>
        <p:spPr>
          <a:xfrm>
            <a:off x="710413" y="31841113"/>
            <a:ext cx="9254442" cy="653776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6">
            <a:extLst>
              <a:ext uri="{FF2B5EF4-FFF2-40B4-BE49-F238E27FC236}">
                <a16:creationId xmlns:a16="http://schemas.microsoft.com/office/drawing/2014/main" id="{F105FD40-EC3F-1E70-60E9-CEBAD375D6C7}"/>
              </a:ext>
            </a:extLst>
          </p:cNvPr>
          <p:cNvSpPr/>
          <p:nvPr/>
        </p:nvSpPr>
        <p:spPr>
          <a:xfrm>
            <a:off x="862813" y="31947767"/>
            <a:ext cx="9325130" cy="437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ACIS ·  Anterior Circulation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Text 7">
            <a:extLst>
              <a:ext uri="{FF2B5EF4-FFF2-40B4-BE49-F238E27FC236}">
                <a16:creationId xmlns:a16="http://schemas.microsoft.com/office/drawing/2014/main" id="{9A1E02F7-6200-65BA-2793-AC8CB34BF064}"/>
              </a:ext>
            </a:extLst>
          </p:cNvPr>
          <p:cNvSpPr/>
          <p:nvPr/>
        </p:nvSpPr>
        <p:spPr>
          <a:xfrm>
            <a:off x="847572" y="32456430"/>
            <a:ext cx="9073375" cy="234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8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Vascular source: </a:t>
            </a:r>
            <a:r>
              <a:rPr lang="en-US" sz="2800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Internal carotid arteries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28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Cohort: </a:t>
            </a:r>
            <a:r>
              <a:rPr lang="en-US" sz="2800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 = 88,697  (74.7%)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28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Key clinical pattern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2800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Higher mortality (14.4%) and same-territory recurrence (15.3%)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Shape 4">
            <a:extLst>
              <a:ext uri="{FF2B5EF4-FFF2-40B4-BE49-F238E27FC236}">
                <a16:creationId xmlns:a16="http://schemas.microsoft.com/office/drawing/2014/main" id="{4035122E-362C-3E6D-E755-07CF45461F79}"/>
              </a:ext>
            </a:extLst>
          </p:cNvPr>
          <p:cNvSpPr/>
          <p:nvPr/>
        </p:nvSpPr>
        <p:spPr>
          <a:xfrm>
            <a:off x="710413" y="35077203"/>
            <a:ext cx="9210532" cy="3073214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7" name="Shape 5">
            <a:extLst>
              <a:ext uri="{FF2B5EF4-FFF2-40B4-BE49-F238E27FC236}">
                <a16:creationId xmlns:a16="http://schemas.microsoft.com/office/drawing/2014/main" id="{F692C8A7-B3BF-8545-5BB1-684541DECC45}"/>
              </a:ext>
            </a:extLst>
          </p:cNvPr>
          <p:cNvSpPr/>
          <p:nvPr/>
        </p:nvSpPr>
        <p:spPr>
          <a:xfrm>
            <a:off x="710413" y="35077203"/>
            <a:ext cx="9210532" cy="653776"/>
          </a:xfrm>
          <a:prstGeom prst="rect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8" name="Text 7">
            <a:extLst>
              <a:ext uri="{FF2B5EF4-FFF2-40B4-BE49-F238E27FC236}">
                <a16:creationId xmlns:a16="http://schemas.microsoft.com/office/drawing/2014/main" id="{F2574373-3B21-6734-0EB2-2D19905FBE67}"/>
              </a:ext>
            </a:extLst>
          </p:cNvPr>
          <p:cNvSpPr/>
          <p:nvPr/>
        </p:nvSpPr>
        <p:spPr>
          <a:xfrm>
            <a:off x="847572" y="35692519"/>
            <a:ext cx="9073375" cy="234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8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Vascular source: </a:t>
            </a:r>
            <a:r>
              <a:rPr lang="en-US" sz="2800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Vertebrobasilar system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28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Cohort: </a:t>
            </a:r>
            <a:r>
              <a:rPr lang="en-US" sz="2800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 = 30,030  (25.3%)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28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Key clinical pattern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2800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~3× higher different-territory recurrence 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2800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(1.7% vs 0.5%)</a:t>
            </a:r>
          </a:p>
        </p:txBody>
      </p:sp>
      <p:sp>
        <p:nvSpPr>
          <p:cNvPr id="90" name="Text 6">
            <a:extLst>
              <a:ext uri="{FF2B5EF4-FFF2-40B4-BE49-F238E27FC236}">
                <a16:creationId xmlns:a16="http://schemas.microsoft.com/office/drawing/2014/main" id="{DF994488-2A21-BE7E-1186-DE4F04344B5A}"/>
              </a:ext>
            </a:extLst>
          </p:cNvPr>
          <p:cNvSpPr/>
          <p:nvPr/>
        </p:nvSpPr>
        <p:spPr>
          <a:xfrm>
            <a:off x="812238" y="35128200"/>
            <a:ext cx="9325130" cy="437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PCIS ·  Posterior Circulation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7B12575-A72B-75A9-5845-EF6ECF1AC7A2}"/>
              </a:ext>
            </a:extLst>
          </p:cNvPr>
          <p:cNvGrpSpPr/>
          <p:nvPr/>
        </p:nvGrpSpPr>
        <p:grpSpPr>
          <a:xfrm>
            <a:off x="10577389" y="14883080"/>
            <a:ext cx="3308474" cy="661720"/>
            <a:chOff x="403882" y="7308443"/>
            <a:chExt cx="4411298" cy="882293"/>
          </a:xfrm>
        </p:grpSpPr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E9476612-5613-3E7E-E019-8DB6BC5A4323}"/>
                </a:ext>
              </a:extLst>
            </p:cNvPr>
            <p:cNvSpPr txBox="1"/>
            <p:nvPr/>
          </p:nvSpPr>
          <p:spPr>
            <a:xfrm>
              <a:off x="403882" y="7308443"/>
              <a:ext cx="4411298" cy="882293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lvl="1">
                <a:spcAft>
                  <a:spcPts val="1350"/>
                </a:spcAft>
              </a:pPr>
              <a:r>
                <a:rPr lang="en-US" sz="4000" b="1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Methods</a:t>
              </a:r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144F4C8F-07DB-5EE4-303C-B9EB07356836}"/>
                </a:ext>
              </a:extLst>
            </p:cNvPr>
            <p:cNvCxnSpPr>
              <a:cxnSpLocks/>
            </p:cNvCxnSpPr>
            <p:nvPr/>
          </p:nvCxnSpPr>
          <p:spPr>
            <a:xfrm>
              <a:off x="846963" y="8104243"/>
              <a:ext cx="3132133" cy="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2" name="Text 4">
            <a:extLst>
              <a:ext uri="{FF2B5EF4-FFF2-40B4-BE49-F238E27FC236}">
                <a16:creationId xmlns:a16="http://schemas.microsoft.com/office/drawing/2014/main" id="{CC77A0CF-E9FB-63FC-FC42-213ED855B1EE}"/>
              </a:ext>
            </a:extLst>
          </p:cNvPr>
          <p:cNvSpPr/>
          <p:nvPr/>
        </p:nvSpPr>
        <p:spPr>
          <a:xfrm>
            <a:off x="17503844" y="15379633"/>
            <a:ext cx="5425643" cy="42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Discrete-Time Intervals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Shape 5">
            <a:extLst>
              <a:ext uri="{FF2B5EF4-FFF2-40B4-BE49-F238E27FC236}">
                <a16:creationId xmlns:a16="http://schemas.microsoft.com/office/drawing/2014/main" id="{55B76AD0-EC4F-E4EC-E9DD-A192595BE2BE}"/>
              </a:ext>
            </a:extLst>
          </p:cNvPr>
          <p:cNvSpPr/>
          <p:nvPr/>
        </p:nvSpPr>
        <p:spPr>
          <a:xfrm>
            <a:off x="10900962" y="16070967"/>
            <a:ext cx="348488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6">
            <a:extLst>
              <a:ext uri="{FF2B5EF4-FFF2-40B4-BE49-F238E27FC236}">
                <a16:creationId xmlns:a16="http://schemas.microsoft.com/office/drawing/2014/main" id="{A4C3320D-C4F6-1505-E097-AB90F8D23BB2}"/>
              </a:ext>
            </a:extLst>
          </p:cNvPr>
          <p:cNvSpPr/>
          <p:nvPr/>
        </p:nvSpPr>
        <p:spPr>
          <a:xfrm>
            <a:off x="10900962" y="16070967"/>
            <a:ext cx="1188720" cy="960120"/>
          </a:xfrm>
          <a:prstGeom prst="rect">
            <a:avLst/>
          </a:prstGeom>
          <a:solidFill>
            <a:srgbClr val="7A00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Text 7">
            <a:extLst>
              <a:ext uri="{FF2B5EF4-FFF2-40B4-BE49-F238E27FC236}">
                <a16:creationId xmlns:a16="http://schemas.microsoft.com/office/drawing/2014/main" id="{EAC24AB9-FDCE-B7E4-CBB7-0850D77BAA3B}"/>
              </a:ext>
            </a:extLst>
          </p:cNvPr>
          <p:cNvSpPr/>
          <p:nvPr/>
        </p:nvSpPr>
        <p:spPr>
          <a:xfrm>
            <a:off x="10900962" y="16070967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I₁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 8">
            <a:extLst>
              <a:ext uri="{FF2B5EF4-FFF2-40B4-BE49-F238E27FC236}">
                <a16:creationId xmlns:a16="http://schemas.microsoft.com/office/drawing/2014/main" id="{B8B97E8B-4F3E-D96D-01F4-676356C90CEA}"/>
              </a:ext>
            </a:extLst>
          </p:cNvPr>
          <p:cNvSpPr/>
          <p:nvPr/>
        </p:nvSpPr>
        <p:spPr>
          <a:xfrm>
            <a:off x="12226842" y="16180695"/>
            <a:ext cx="2159000" cy="354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0–90 days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Text 9">
            <a:extLst>
              <a:ext uri="{FF2B5EF4-FFF2-40B4-BE49-F238E27FC236}">
                <a16:creationId xmlns:a16="http://schemas.microsoft.com/office/drawing/2014/main" id="{F8A78373-DAE2-20C0-976B-8AF47D8B19D6}"/>
              </a:ext>
            </a:extLst>
          </p:cNvPr>
          <p:cNvSpPr/>
          <p:nvPr/>
        </p:nvSpPr>
        <p:spPr>
          <a:xfrm>
            <a:off x="12248690" y="16605645"/>
            <a:ext cx="1793959" cy="35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Early Phase</a:t>
            </a:r>
            <a:endParaRPr lang="en-US" sz="2000" b="1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Shape 10">
            <a:extLst>
              <a:ext uri="{FF2B5EF4-FFF2-40B4-BE49-F238E27FC236}">
                <a16:creationId xmlns:a16="http://schemas.microsoft.com/office/drawing/2014/main" id="{EDDA3074-CF7F-14AF-4BBB-B68396AB49B7}"/>
              </a:ext>
            </a:extLst>
          </p:cNvPr>
          <p:cNvSpPr/>
          <p:nvPr/>
        </p:nvSpPr>
        <p:spPr>
          <a:xfrm>
            <a:off x="14520307" y="16070967"/>
            <a:ext cx="3805636" cy="96012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1">
            <a:extLst>
              <a:ext uri="{FF2B5EF4-FFF2-40B4-BE49-F238E27FC236}">
                <a16:creationId xmlns:a16="http://schemas.microsoft.com/office/drawing/2014/main" id="{446B265B-3778-F818-194A-1E645AC25241}"/>
              </a:ext>
            </a:extLst>
          </p:cNvPr>
          <p:cNvSpPr/>
          <p:nvPr/>
        </p:nvSpPr>
        <p:spPr>
          <a:xfrm>
            <a:off x="14520307" y="16070967"/>
            <a:ext cx="1188720" cy="96012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Text 12">
            <a:extLst>
              <a:ext uri="{FF2B5EF4-FFF2-40B4-BE49-F238E27FC236}">
                <a16:creationId xmlns:a16="http://schemas.microsoft.com/office/drawing/2014/main" id="{95423E71-F2CB-790C-0E22-114B5F2F5F0B}"/>
              </a:ext>
            </a:extLst>
          </p:cNvPr>
          <p:cNvSpPr/>
          <p:nvPr/>
        </p:nvSpPr>
        <p:spPr>
          <a:xfrm>
            <a:off x="14520307" y="16070967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I₂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 13">
            <a:extLst>
              <a:ext uri="{FF2B5EF4-FFF2-40B4-BE49-F238E27FC236}">
                <a16:creationId xmlns:a16="http://schemas.microsoft.com/office/drawing/2014/main" id="{0704FDBD-BAA4-8182-A006-9A3024B4E037}"/>
              </a:ext>
            </a:extLst>
          </p:cNvPr>
          <p:cNvSpPr/>
          <p:nvPr/>
        </p:nvSpPr>
        <p:spPr>
          <a:xfrm>
            <a:off x="15846186" y="16180695"/>
            <a:ext cx="2389315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91–365 days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 14">
            <a:extLst>
              <a:ext uri="{FF2B5EF4-FFF2-40B4-BE49-F238E27FC236}">
                <a16:creationId xmlns:a16="http://schemas.microsoft.com/office/drawing/2014/main" id="{CA39D614-6BD9-6E47-4835-086D0C6A0649}"/>
              </a:ext>
            </a:extLst>
          </p:cNvPr>
          <p:cNvSpPr/>
          <p:nvPr/>
        </p:nvSpPr>
        <p:spPr>
          <a:xfrm>
            <a:off x="15846187" y="16573887"/>
            <a:ext cx="21990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Subacute Phase</a:t>
            </a:r>
            <a:endParaRPr lang="en-US" sz="2000" b="1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Shape 15">
            <a:extLst>
              <a:ext uri="{FF2B5EF4-FFF2-40B4-BE49-F238E27FC236}">
                <a16:creationId xmlns:a16="http://schemas.microsoft.com/office/drawing/2014/main" id="{5218D9B2-6966-DDCB-EC14-003427E39D9D}"/>
              </a:ext>
            </a:extLst>
          </p:cNvPr>
          <p:cNvSpPr/>
          <p:nvPr/>
        </p:nvSpPr>
        <p:spPr>
          <a:xfrm>
            <a:off x="18524399" y="16070967"/>
            <a:ext cx="3981505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7A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6">
            <a:extLst>
              <a:ext uri="{FF2B5EF4-FFF2-40B4-BE49-F238E27FC236}">
                <a16:creationId xmlns:a16="http://schemas.microsoft.com/office/drawing/2014/main" id="{1D6DC459-5759-CA66-D461-78A91D0A6486}"/>
              </a:ext>
            </a:extLst>
          </p:cNvPr>
          <p:cNvSpPr/>
          <p:nvPr/>
        </p:nvSpPr>
        <p:spPr>
          <a:xfrm>
            <a:off x="18524399" y="16070967"/>
            <a:ext cx="1188720" cy="960120"/>
          </a:xfrm>
          <a:prstGeom prst="rect">
            <a:avLst/>
          </a:prstGeom>
          <a:solidFill>
            <a:srgbClr val="7A00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Text 17">
            <a:extLst>
              <a:ext uri="{FF2B5EF4-FFF2-40B4-BE49-F238E27FC236}">
                <a16:creationId xmlns:a16="http://schemas.microsoft.com/office/drawing/2014/main" id="{142D408E-143F-1939-3BC9-9F65190E26A0}"/>
              </a:ext>
            </a:extLst>
          </p:cNvPr>
          <p:cNvSpPr/>
          <p:nvPr/>
        </p:nvSpPr>
        <p:spPr>
          <a:xfrm>
            <a:off x="18524399" y="16070967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I₃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Text 18">
            <a:extLst>
              <a:ext uri="{FF2B5EF4-FFF2-40B4-BE49-F238E27FC236}">
                <a16:creationId xmlns:a16="http://schemas.microsoft.com/office/drawing/2014/main" id="{0C5252D9-D50A-FA42-2EEC-C9AAD2B6A511}"/>
              </a:ext>
            </a:extLst>
          </p:cNvPr>
          <p:cNvSpPr/>
          <p:nvPr/>
        </p:nvSpPr>
        <p:spPr>
          <a:xfrm>
            <a:off x="19850279" y="16180695"/>
            <a:ext cx="2634190" cy="515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366–730 days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Text 19">
            <a:extLst>
              <a:ext uri="{FF2B5EF4-FFF2-40B4-BE49-F238E27FC236}">
                <a16:creationId xmlns:a16="http://schemas.microsoft.com/office/drawing/2014/main" id="{2E7D4458-593B-EECE-6CC1-B936BE749B9A}"/>
              </a:ext>
            </a:extLst>
          </p:cNvPr>
          <p:cNvSpPr/>
          <p:nvPr/>
        </p:nvSpPr>
        <p:spPr>
          <a:xfrm>
            <a:off x="19859565" y="16641118"/>
            <a:ext cx="2495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Late Phase</a:t>
            </a:r>
            <a:endParaRPr lang="en-US" sz="2000" b="1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Shape 21">
            <a:extLst>
              <a:ext uri="{FF2B5EF4-FFF2-40B4-BE49-F238E27FC236}">
                <a16:creationId xmlns:a16="http://schemas.microsoft.com/office/drawing/2014/main" id="{4653668C-9F47-E85C-DD6C-99AF9072207D}"/>
              </a:ext>
            </a:extLst>
          </p:cNvPr>
          <p:cNvSpPr/>
          <p:nvPr/>
        </p:nvSpPr>
        <p:spPr>
          <a:xfrm>
            <a:off x="10927637" y="17190719"/>
            <a:ext cx="5295634" cy="1099699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22">
            <a:extLst>
              <a:ext uri="{FF2B5EF4-FFF2-40B4-BE49-F238E27FC236}">
                <a16:creationId xmlns:a16="http://schemas.microsoft.com/office/drawing/2014/main" id="{02995D3C-0453-B249-6659-34F8B886E263}"/>
              </a:ext>
            </a:extLst>
          </p:cNvPr>
          <p:cNvSpPr/>
          <p:nvPr/>
        </p:nvSpPr>
        <p:spPr>
          <a:xfrm>
            <a:off x="11042462" y="17424533"/>
            <a:ext cx="559512" cy="518844"/>
          </a:xfrm>
          <a:prstGeom prst="ellipse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1" name="Text 23">
            <a:extLst>
              <a:ext uri="{FF2B5EF4-FFF2-40B4-BE49-F238E27FC236}">
                <a16:creationId xmlns:a16="http://schemas.microsoft.com/office/drawing/2014/main" id="{2022FEAE-D6FF-8E56-CF3E-6AF7754846F4}"/>
              </a:ext>
            </a:extLst>
          </p:cNvPr>
          <p:cNvSpPr/>
          <p:nvPr/>
        </p:nvSpPr>
        <p:spPr>
          <a:xfrm>
            <a:off x="11207919" y="17502972"/>
            <a:ext cx="2468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" name="Text 24">
            <a:extLst>
              <a:ext uri="{FF2B5EF4-FFF2-40B4-BE49-F238E27FC236}">
                <a16:creationId xmlns:a16="http://schemas.microsoft.com/office/drawing/2014/main" id="{2A3AC78A-CE26-7AEB-F5F7-EF65DE781E0F}"/>
              </a:ext>
            </a:extLst>
          </p:cNvPr>
          <p:cNvSpPr/>
          <p:nvPr/>
        </p:nvSpPr>
        <p:spPr>
          <a:xfrm>
            <a:off x="12165527" y="17273479"/>
            <a:ext cx="4057743" cy="785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Any ischemic stroke recurrence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" name="Shape 21">
            <a:extLst>
              <a:ext uri="{FF2B5EF4-FFF2-40B4-BE49-F238E27FC236}">
                <a16:creationId xmlns:a16="http://schemas.microsoft.com/office/drawing/2014/main" id="{D6AB9C3B-EF00-3147-5B0E-36C65C4C53AA}"/>
              </a:ext>
            </a:extLst>
          </p:cNvPr>
          <p:cNvSpPr/>
          <p:nvPr/>
        </p:nvSpPr>
        <p:spPr>
          <a:xfrm>
            <a:off x="10896600" y="18477014"/>
            <a:ext cx="5295634" cy="1099699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22">
            <a:extLst>
              <a:ext uri="{FF2B5EF4-FFF2-40B4-BE49-F238E27FC236}">
                <a16:creationId xmlns:a16="http://schemas.microsoft.com/office/drawing/2014/main" id="{3A2647B7-6F0A-318A-E3AC-F32CCD3E67A3}"/>
              </a:ext>
            </a:extLst>
          </p:cNvPr>
          <p:cNvSpPr/>
          <p:nvPr/>
        </p:nvSpPr>
        <p:spPr>
          <a:xfrm>
            <a:off x="11011425" y="18710828"/>
            <a:ext cx="559512" cy="518844"/>
          </a:xfrm>
          <a:prstGeom prst="ellipse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7" name="Text 23">
            <a:extLst>
              <a:ext uri="{FF2B5EF4-FFF2-40B4-BE49-F238E27FC236}">
                <a16:creationId xmlns:a16="http://schemas.microsoft.com/office/drawing/2014/main" id="{508A0550-90C5-1D5D-4233-594DD316F978}"/>
              </a:ext>
            </a:extLst>
          </p:cNvPr>
          <p:cNvSpPr/>
          <p:nvPr/>
        </p:nvSpPr>
        <p:spPr>
          <a:xfrm>
            <a:off x="11176882" y="18789267"/>
            <a:ext cx="2468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8" name="Text 24">
            <a:extLst>
              <a:ext uri="{FF2B5EF4-FFF2-40B4-BE49-F238E27FC236}">
                <a16:creationId xmlns:a16="http://schemas.microsoft.com/office/drawing/2014/main" id="{AA848489-874D-0531-AD22-6ADB04A06580}"/>
              </a:ext>
            </a:extLst>
          </p:cNvPr>
          <p:cNvSpPr/>
          <p:nvPr/>
        </p:nvSpPr>
        <p:spPr>
          <a:xfrm>
            <a:off x="12134490" y="18559774"/>
            <a:ext cx="4057743" cy="785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Same-territory recurrence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" name="Shape 21">
            <a:extLst>
              <a:ext uri="{FF2B5EF4-FFF2-40B4-BE49-F238E27FC236}">
                <a16:creationId xmlns:a16="http://schemas.microsoft.com/office/drawing/2014/main" id="{5E6A6EB2-7C9C-97A8-C483-3F36E480F12F}"/>
              </a:ext>
            </a:extLst>
          </p:cNvPr>
          <p:cNvSpPr/>
          <p:nvPr/>
        </p:nvSpPr>
        <p:spPr>
          <a:xfrm>
            <a:off x="10884881" y="19750539"/>
            <a:ext cx="6107711" cy="1099699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90" name="Shape 22">
            <a:extLst>
              <a:ext uri="{FF2B5EF4-FFF2-40B4-BE49-F238E27FC236}">
                <a16:creationId xmlns:a16="http://schemas.microsoft.com/office/drawing/2014/main" id="{06E0B64E-C7DB-B644-16D1-E9B60E597004}"/>
              </a:ext>
            </a:extLst>
          </p:cNvPr>
          <p:cNvSpPr/>
          <p:nvPr/>
        </p:nvSpPr>
        <p:spPr>
          <a:xfrm>
            <a:off x="10999707" y="19984353"/>
            <a:ext cx="559512" cy="518844"/>
          </a:xfrm>
          <a:prstGeom prst="ellipse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1" name="Text 23">
            <a:extLst>
              <a:ext uri="{FF2B5EF4-FFF2-40B4-BE49-F238E27FC236}">
                <a16:creationId xmlns:a16="http://schemas.microsoft.com/office/drawing/2014/main" id="{863CE0B1-E30C-7A9B-D55F-A84AFC9B77E1}"/>
              </a:ext>
            </a:extLst>
          </p:cNvPr>
          <p:cNvSpPr/>
          <p:nvPr/>
        </p:nvSpPr>
        <p:spPr>
          <a:xfrm>
            <a:off x="11165164" y="20062792"/>
            <a:ext cx="2468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2" name="Text 24">
            <a:extLst>
              <a:ext uri="{FF2B5EF4-FFF2-40B4-BE49-F238E27FC236}">
                <a16:creationId xmlns:a16="http://schemas.microsoft.com/office/drawing/2014/main" id="{EB8DBAF9-7347-152D-444E-88CE7CAB8CAC}"/>
              </a:ext>
            </a:extLst>
          </p:cNvPr>
          <p:cNvSpPr/>
          <p:nvPr/>
        </p:nvSpPr>
        <p:spPr>
          <a:xfrm>
            <a:off x="12087719" y="19845754"/>
            <a:ext cx="4904881" cy="804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Different-territory recurrence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Shape 21">
            <a:extLst>
              <a:ext uri="{FF2B5EF4-FFF2-40B4-BE49-F238E27FC236}">
                <a16:creationId xmlns:a16="http://schemas.microsoft.com/office/drawing/2014/main" id="{36811323-5473-8610-2265-053F45AA6609}"/>
              </a:ext>
            </a:extLst>
          </p:cNvPr>
          <p:cNvSpPr/>
          <p:nvPr/>
        </p:nvSpPr>
        <p:spPr>
          <a:xfrm>
            <a:off x="17188834" y="19720059"/>
            <a:ext cx="5295634" cy="1099699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22">
            <a:extLst>
              <a:ext uri="{FF2B5EF4-FFF2-40B4-BE49-F238E27FC236}">
                <a16:creationId xmlns:a16="http://schemas.microsoft.com/office/drawing/2014/main" id="{3FD909A8-092C-B1E9-1954-A6BB721AE67C}"/>
              </a:ext>
            </a:extLst>
          </p:cNvPr>
          <p:cNvSpPr/>
          <p:nvPr/>
        </p:nvSpPr>
        <p:spPr>
          <a:xfrm>
            <a:off x="17303659" y="19953873"/>
            <a:ext cx="559512" cy="518844"/>
          </a:xfrm>
          <a:prstGeom prst="ellipse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5" name="Text 23">
            <a:extLst>
              <a:ext uri="{FF2B5EF4-FFF2-40B4-BE49-F238E27FC236}">
                <a16:creationId xmlns:a16="http://schemas.microsoft.com/office/drawing/2014/main" id="{A928C8D7-03EA-B4B7-762C-BF8C01C29F7E}"/>
              </a:ext>
            </a:extLst>
          </p:cNvPr>
          <p:cNvSpPr/>
          <p:nvPr/>
        </p:nvSpPr>
        <p:spPr>
          <a:xfrm>
            <a:off x="17469116" y="20032312"/>
            <a:ext cx="246888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6" name="Text 24">
            <a:extLst>
              <a:ext uri="{FF2B5EF4-FFF2-40B4-BE49-F238E27FC236}">
                <a16:creationId xmlns:a16="http://schemas.microsoft.com/office/drawing/2014/main" id="{C67C0749-6E4E-9C5A-7D92-DA423808094D}"/>
              </a:ext>
            </a:extLst>
          </p:cNvPr>
          <p:cNvSpPr/>
          <p:nvPr/>
        </p:nvSpPr>
        <p:spPr>
          <a:xfrm>
            <a:off x="18126224" y="19802819"/>
            <a:ext cx="4358244" cy="785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All-cause mortality 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(2-year)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7" name="Shape 37">
            <a:extLst>
              <a:ext uri="{FF2B5EF4-FFF2-40B4-BE49-F238E27FC236}">
                <a16:creationId xmlns:a16="http://schemas.microsoft.com/office/drawing/2014/main" id="{2C998729-1CF2-BE63-CBE4-3956BEF9026F}"/>
              </a:ext>
            </a:extLst>
          </p:cNvPr>
          <p:cNvSpPr/>
          <p:nvPr/>
        </p:nvSpPr>
        <p:spPr>
          <a:xfrm>
            <a:off x="16418677" y="17145000"/>
            <a:ext cx="6091639" cy="2362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8" name="Text 38">
            <a:extLst>
              <a:ext uri="{FF2B5EF4-FFF2-40B4-BE49-F238E27FC236}">
                <a16:creationId xmlns:a16="http://schemas.microsoft.com/office/drawing/2014/main" id="{478CB971-09C2-774C-C86C-390A25C554CE}"/>
              </a:ext>
            </a:extLst>
          </p:cNvPr>
          <p:cNvSpPr/>
          <p:nvPr/>
        </p:nvSpPr>
        <p:spPr>
          <a:xfrm>
            <a:off x="16525358" y="17231301"/>
            <a:ext cx="4841958" cy="365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Discrete-Time Hazard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 39">
                <a:extLst>
                  <a:ext uri="{FF2B5EF4-FFF2-40B4-BE49-F238E27FC236}">
                    <a16:creationId xmlns:a16="http://schemas.microsoft.com/office/drawing/2014/main" id="{9DAF034F-7BD0-3C0C-8AD0-2CB57BAFFE49}"/>
                  </a:ext>
                </a:extLst>
              </p:cNvPr>
              <p:cNvSpPr/>
              <p:nvPr/>
            </p:nvSpPr>
            <p:spPr>
              <a:xfrm>
                <a:off x="16601557" y="17728946"/>
                <a:ext cx="5527757" cy="32531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0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sz="3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3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0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3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3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000" b="1" i="1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3000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3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3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3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000" b="1" i="1">
                          <a:latin typeface="Cambria Math" panose="02040503050406030204" pitchFamily="18" charset="0"/>
                        </a:rPr>
                        <m:t>𝝐</m:t>
                      </m:r>
                      <m:sSub>
                        <m:sSubPr>
                          <m:ctrlPr>
                            <a:rPr lang="en-US" sz="3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000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sz="30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sz="3000" b="1" i="1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3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3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3000" b="1" i="1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3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1" i="1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sz="30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sz="3000" b="1" i="1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30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0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3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>
                          <m:d>
                            <m:dPr>
                              <m:ctrlPr>
                                <a:rPr lang="en-US" sz="3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0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</m:d>
                        </m:sup>
                      </m:sSubSup>
                      <m:r>
                        <a:rPr lang="en-US" sz="3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000" b="1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9" name="Text 39">
                <a:extLst>
                  <a:ext uri="{FF2B5EF4-FFF2-40B4-BE49-F238E27FC236}">
                    <a16:creationId xmlns:a16="http://schemas.microsoft.com/office/drawing/2014/main" id="{9DAF034F-7BD0-3C0C-8AD0-2CB57BAFFE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1557" y="17728946"/>
                <a:ext cx="5527757" cy="325314"/>
              </a:xfrm>
              <a:prstGeom prst="rect">
                <a:avLst/>
              </a:prstGeom>
              <a:blipFill>
                <a:blip r:embed="rId17"/>
                <a:stretch>
                  <a:fillRect t="-25926" b="-3888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Text 40">
                <a:extLst>
                  <a:ext uri="{FF2B5EF4-FFF2-40B4-BE49-F238E27FC236}">
                    <a16:creationId xmlns:a16="http://schemas.microsoft.com/office/drawing/2014/main" id="{EA06DB65-C84E-75F8-19C6-1522737B6A49}"/>
                  </a:ext>
                </a:extLst>
              </p:cNvPr>
              <p:cNvSpPr/>
              <p:nvPr/>
            </p:nvSpPr>
            <p:spPr>
              <a:xfrm>
                <a:off x="17052451" y="18200216"/>
                <a:ext cx="3995237" cy="6160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0" name="Text 40">
                <a:extLst>
                  <a:ext uri="{FF2B5EF4-FFF2-40B4-BE49-F238E27FC236}">
                    <a16:creationId xmlns:a16="http://schemas.microsoft.com/office/drawing/2014/main" id="{EA06DB65-C84E-75F8-19C6-1522737B6A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2451" y="18200216"/>
                <a:ext cx="3995237" cy="616044"/>
              </a:xfrm>
              <a:prstGeom prst="rect">
                <a:avLst/>
              </a:prstGeom>
              <a:blipFill>
                <a:blip r:embed="rId18"/>
                <a:stretch>
                  <a:fillRect b="-297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TextBox 200">
            <a:extLst>
              <a:ext uri="{FF2B5EF4-FFF2-40B4-BE49-F238E27FC236}">
                <a16:creationId xmlns:a16="http://schemas.microsoft.com/office/drawing/2014/main" id="{8914452E-5F4D-9431-5757-E0E18A8CBA50}"/>
              </a:ext>
            </a:extLst>
          </p:cNvPr>
          <p:cNvSpPr txBox="1"/>
          <p:nvPr/>
        </p:nvSpPr>
        <p:spPr>
          <a:xfrm>
            <a:off x="16418678" y="18794174"/>
            <a:ext cx="60154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i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Probability of event in interval k, conditional on survival to start of k.</a:t>
            </a:r>
            <a:endParaRPr lang="en-US" sz="2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03" name="Table 0">
            <a:extLst>
              <a:ext uri="{FF2B5EF4-FFF2-40B4-BE49-F238E27FC236}">
                <a16:creationId xmlns:a16="http://schemas.microsoft.com/office/drawing/2014/main" id="{AF6ACDEF-35DF-A674-24A9-3D146A4DE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620097"/>
              </p:ext>
            </p:extLst>
          </p:nvPr>
        </p:nvGraphicFramePr>
        <p:xfrm>
          <a:off x="10856368" y="22327548"/>
          <a:ext cx="11746919" cy="3169920"/>
        </p:xfrm>
        <a:graphic>
          <a:graphicData uri="http://schemas.openxmlformats.org/drawingml/2006/table">
            <a:tbl>
              <a:tblPr/>
              <a:tblGrid>
                <a:gridCol w="3164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1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Outcome</a:t>
                      </a:r>
                      <a:endParaRPr lang="en-US" sz="32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Anterior (n = 88,697)</a:t>
                      </a:r>
                      <a:endParaRPr lang="en-US" sz="3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Posterior (n = 30,030)</a:t>
                      </a:r>
                      <a:endParaRPr lang="en-US" sz="32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Any Recurrence</a:t>
                      </a:r>
                      <a:endParaRPr lang="en-US" sz="2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8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15.7%  (15.5–16.0)</a:t>
                      </a:r>
                      <a:endParaRPr lang="en-US" sz="2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8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15.1%  (14.7–15.6)</a:t>
                      </a:r>
                      <a:endParaRPr lang="en-US" sz="2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Same-Territory</a:t>
                      </a:r>
                      <a:endParaRPr lang="en-US" sz="2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8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15.3%  (15.1–15.6)</a:t>
                      </a:r>
                      <a:endParaRPr lang="en-US" sz="2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8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12.9%  (12.5–13.3)</a:t>
                      </a:r>
                      <a:endParaRPr lang="en-US" sz="2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7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Different-Territory</a:t>
                      </a:r>
                      <a:endParaRPr lang="en-US" sz="27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8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0.5%  (0.5–0.6)</a:t>
                      </a:r>
                      <a:endParaRPr lang="en-US" sz="2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800" b="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1.7%  (1.5–1.8)</a:t>
                      </a:r>
                      <a:endParaRPr lang="en-US" sz="2800" b="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Mortality</a:t>
                      </a:r>
                      <a:endParaRPr lang="en-US" sz="2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800" b="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14.4%  (14.1–14.6)</a:t>
                      </a:r>
                      <a:endParaRPr lang="en-US" sz="2800" b="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8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11.2%  (10.9–11.6)</a:t>
                      </a:r>
                      <a:endParaRPr lang="en-US" sz="2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8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Survived</a:t>
                      </a:r>
                      <a:endParaRPr lang="en-US" sz="2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8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85.6%  (85.4–85.9)</a:t>
                      </a:r>
                      <a:endParaRPr lang="en-US" sz="2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8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88.8%  (88.4–89.1)</a:t>
                      </a:r>
                      <a:endParaRPr lang="en-US" sz="2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5" name="TextBox 204">
            <a:extLst>
              <a:ext uri="{FF2B5EF4-FFF2-40B4-BE49-F238E27FC236}">
                <a16:creationId xmlns:a16="http://schemas.microsoft.com/office/drawing/2014/main" id="{DE6140A0-1D1B-0E8D-3E76-B6990066EE63}"/>
              </a:ext>
            </a:extLst>
          </p:cNvPr>
          <p:cNvSpPr txBox="1"/>
          <p:nvPr/>
        </p:nvSpPr>
        <p:spPr>
          <a:xfrm>
            <a:off x="10758729" y="21793200"/>
            <a:ext cx="107054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Table 1. Territory-Stratified 2-Year Observed Outcomes (95% CI)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09BD49A6-A2F0-9C47-09BD-E8C80EB7B800}"/>
              </a:ext>
            </a:extLst>
          </p:cNvPr>
          <p:cNvGrpSpPr/>
          <p:nvPr/>
        </p:nvGrpSpPr>
        <p:grpSpPr>
          <a:xfrm>
            <a:off x="10485924" y="25718867"/>
            <a:ext cx="5526388" cy="661720"/>
            <a:chOff x="111108" y="7257858"/>
            <a:chExt cx="7368517" cy="882293"/>
          </a:xfrm>
        </p:grpSpPr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BD00482A-B39D-0B5E-AB68-BEE8C2D872B7}"/>
                </a:ext>
              </a:extLst>
            </p:cNvPr>
            <p:cNvSpPr txBox="1"/>
            <p:nvPr/>
          </p:nvSpPr>
          <p:spPr>
            <a:xfrm>
              <a:off x="111108" y="7257858"/>
              <a:ext cx="7368517" cy="882293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lvl="1">
                <a:spcAft>
                  <a:spcPts val="1350"/>
                </a:spcAft>
              </a:pPr>
              <a:r>
                <a:rPr lang="en-US" sz="4000" b="1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Results</a:t>
              </a:r>
            </a:p>
          </p:txBody>
        </p: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5DE5782D-A997-18B9-AEA6-BFD01B5D087D}"/>
                </a:ext>
              </a:extLst>
            </p:cNvPr>
            <p:cNvCxnSpPr>
              <a:cxnSpLocks/>
            </p:cNvCxnSpPr>
            <p:nvPr/>
          </p:nvCxnSpPr>
          <p:spPr>
            <a:xfrm>
              <a:off x="523709" y="8104244"/>
              <a:ext cx="3081367" cy="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2" name="TextBox 211">
            <a:extLst>
              <a:ext uri="{FF2B5EF4-FFF2-40B4-BE49-F238E27FC236}">
                <a16:creationId xmlns:a16="http://schemas.microsoft.com/office/drawing/2014/main" id="{04D9CA0B-8568-4A30-8789-81888A217157}"/>
              </a:ext>
            </a:extLst>
          </p:cNvPr>
          <p:cNvSpPr txBox="1"/>
          <p:nvPr/>
        </p:nvSpPr>
        <p:spPr>
          <a:xfrm>
            <a:off x="10899217" y="33980735"/>
            <a:ext cx="12015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Fig. 2. Territory-specific interval-wise predicted risk and survival trajectories.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3" name="Shape 4">
            <a:extLst>
              <a:ext uri="{FF2B5EF4-FFF2-40B4-BE49-F238E27FC236}">
                <a16:creationId xmlns:a16="http://schemas.microsoft.com/office/drawing/2014/main" id="{C157E2A9-33C1-5AF1-712A-8982BF5C4A62}"/>
              </a:ext>
            </a:extLst>
          </p:cNvPr>
          <p:cNvSpPr/>
          <p:nvPr/>
        </p:nvSpPr>
        <p:spPr>
          <a:xfrm>
            <a:off x="10689223" y="34594801"/>
            <a:ext cx="3891079" cy="220980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5" name="Shape 6">
            <a:extLst>
              <a:ext uri="{FF2B5EF4-FFF2-40B4-BE49-F238E27FC236}">
                <a16:creationId xmlns:a16="http://schemas.microsoft.com/office/drawing/2014/main" id="{D41B9091-6C27-2320-C0E6-72315C6FA3C3}"/>
              </a:ext>
            </a:extLst>
          </p:cNvPr>
          <p:cNvSpPr/>
          <p:nvPr/>
        </p:nvSpPr>
        <p:spPr>
          <a:xfrm>
            <a:off x="10697538" y="34594800"/>
            <a:ext cx="80596" cy="2209800"/>
          </a:xfrm>
          <a:prstGeom prst="rect">
            <a:avLst/>
          </a:prstGeom>
          <a:solidFill>
            <a:srgbClr val="7A00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6" name="Text 7">
            <a:extLst>
              <a:ext uri="{FF2B5EF4-FFF2-40B4-BE49-F238E27FC236}">
                <a16:creationId xmlns:a16="http://schemas.microsoft.com/office/drawing/2014/main" id="{B0648E5B-BEFF-14C1-B66A-334C5D8F7566}"/>
              </a:ext>
            </a:extLst>
          </p:cNvPr>
          <p:cNvSpPr/>
          <p:nvPr/>
        </p:nvSpPr>
        <p:spPr>
          <a:xfrm>
            <a:off x="10877554" y="34798542"/>
            <a:ext cx="1417496" cy="482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ACIS</a:t>
            </a:r>
            <a:endParaRPr lang="en-US" sz="32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7" name="Text 8">
            <a:extLst>
              <a:ext uri="{FF2B5EF4-FFF2-40B4-BE49-F238E27FC236}">
                <a16:creationId xmlns:a16="http://schemas.microsoft.com/office/drawing/2014/main" id="{19BCBE78-672A-E59C-39ED-C14AB1AB9BAA}"/>
              </a:ext>
            </a:extLst>
          </p:cNvPr>
          <p:cNvSpPr/>
          <p:nvPr/>
        </p:nvSpPr>
        <p:spPr>
          <a:xfrm>
            <a:off x="10900962" y="35228435"/>
            <a:ext cx="3679340" cy="1449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Steeper rise in same-territory recurrence and mortality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4" name="Shape 4">
            <a:extLst>
              <a:ext uri="{FF2B5EF4-FFF2-40B4-BE49-F238E27FC236}">
                <a16:creationId xmlns:a16="http://schemas.microsoft.com/office/drawing/2014/main" id="{A044806B-C45E-7274-A273-D7142E4E36A6}"/>
              </a:ext>
            </a:extLst>
          </p:cNvPr>
          <p:cNvSpPr/>
          <p:nvPr/>
        </p:nvSpPr>
        <p:spPr>
          <a:xfrm>
            <a:off x="14796723" y="34605570"/>
            <a:ext cx="3891079" cy="219903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5" name="Text 7">
            <a:extLst>
              <a:ext uri="{FF2B5EF4-FFF2-40B4-BE49-F238E27FC236}">
                <a16:creationId xmlns:a16="http://schemas.microsoft.com/office/drawing/2014/main" id="{0B1F55A6-6E9E-9189-A1FC-8912BA7199AA}"/>
              </a:ext>
            </a:extLst>
          </p:cNvPr>
          <p:cNvSpPr/>
          <p:nvPr/>
        </p:nvSpPr>
        <p:spPr>
          <a:xfrm>
            <a:off x="14985054" y="34773409"/>
            <a:ext cx="1417496" cy="482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PCIS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6" name="Text 8">
            <a:extLst>
              <a:ext uri="{FF2B5EF4-FFF2-40B4-BE49-F238E27FC236}">
                <a16:creationId xmlns:a16="http://schemas.microsoft.com/office/drawing/2014/main" id="{37A31A0F-14E9-FD4C-471A-CC6E9E4E0493}"/>
              </a:ext>
            </a:extLst>
          </p:cNvPr>
          <p:cNvSpPr/>
          <p:nvPr/>
        </p:nvSpPr>
        <p:spPr>
          <a:xfrm>
            <a:off x="15008462" y="35203302"/>
            <a:ext cx="3679340" cy="1449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Markedly higher different-territory recurrence (~3×)</a:t>
            </a:r>
          </a:p>
        </p:txBody>
      </p:sp>
      <p:sp>
        <p:nvSpPr>
          <p:cNvPr id="227" name="Shape 4">
            <a:extLst>
              <a:ext uri="{FF2B5EF4-FFF2-40B4-BE49-F238E27FC236}">
                <a16:creationId xmlns:a16="http://schemas.microsoft.com/office/drawing/2014/main" id="{3A52FDA0-6C9F-CD4A-465B-0020A378D1AE}"/>
              </a:ext>
            </a:extLst>
          </p:cNvPr>
          <p:cNvSpPr/>
          <p:nvPr/>
        </p:nvSpPr>
        <p:spPr>
          <a:xfrm>
            <a:off x="18773636" y="34605570"/>
            <a:ext cx="3860599" cy="219903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8" name="Text 7">
            <a:extLst>
              <a:ext uri="{FF2B5EF4-FFF2-40B4-BE49-F238E27FC236}">
                <a16:creationId xmlns:a16="http://schemas.microsoft.com/office/drawing/2014/main" id="{D7815AC8-1208-A165-9134-0E46A5780478}"/>
              </a:ext>
            </a:extLst>
          </p:cNvPr>
          <p:cNvSpPr/>
          <p:nvPr/>
        </p:nvSpPr>
        <p:spPr>
          <a:xfrm>
            <a:off x="18961967" y="34773409"/>
            <a:ext cx="1417496" cy="482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A001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BOTH</a:t>
            </a:r>
            <a:endParaRPr lang="en-US" sz="3200" dirty="0">
              <a:solidFill>
                <a:srgbClr val="7A00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9" name="Text 8">
            <a:extLst>
              <a:ext uri="{FF2B5EF4-FFF2-40B4-BE49-F238E27FC236}">
                <a16:creationId xmlns:a16="http://schemas.microsoft.com/office/drawing/2014/main" id="{92E26D77-99DD-7ECB-070A-7515DF11C295}"/>
              </a:ext>
            </a:extLst>
          </p:cNvPr>
          <p:cNvSpPr/>
          <p:nvPr/>
        </p:nvSpPr>
        <p:spPr>
          <a:xfrm>
            <a:off x="18985375" y="35203302"/>
            <a:ext cx="3679340" cy="1449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36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Sharpest rise occurs in the 91–365-day subacute window</a:t>
            </a:r>
          </a:p>
        </p:txBody>
      </p:sp>
      <p:sp>
        <p:nvSpPr>
          <p:cNvPr id="218" name="Shape 9">
            <a:extLst>
              <a:ext uri="{FF2B5EF4-FFF2-40B4-BE49-F238E27FC236}">
                <a16:creationId xmlns:a16="http://schemas.microsoft.com/office/drawing/2014/main" id="{44577D33-33AB-D875-3200-566CC48D88A8}"/>
              </a:ext>
            </a:extLst>
          </p:cNvPr>
          <p:cNvSpPr/>
          <p:nvPr/>
        </p:nvSpPr>
        <p:spPr>
          <a:xfrm>
            <a:off x="14796723" y="34607982"/>
            <a:ext cx="85164" cy="2196617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0" name="Shape 6">
            <a:extLst>
              <a:ext uri="{FF2B5EF4-FFF2-40B4-BE49-F238E27FC236}">
                <a16:creationId xmlns:a16="http://schemas.microsoft.com/office/drawing/2014/main" id="{B9FDAB3A-6795-80DB-EA18-AAF688AC17A4}"/>
              </a:ext>
            </a:extLst>
          </p:cNvPr>
          <p:cNvSpPr/>
          <p:nvPr/>
        </p:nvSpPr>
        <p:spPr>
          <a:xfrm>
            <a:off x="18769696" y="34594799"/>
            <a:ext cx="89514" cy="2209801"/>
          </a:xfrm>
          <a:prstGeom prst="rect">
            <a:avLst/>
          </a:prstGeom>
          <a:solidFill>
            <a:srgbClr val="7A00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8F09F3E0-71E7-DA58-C52F-0FAA82C71C6E}"/>
              </a:ext>
            </a:extLst>
          </p:cNvPr>
          <p:cNvSpPr txBox="1"/>
          <p:nvPr/>
        </p:nvSpPr>
        <p:spPr>
          <a:xfrm>
            <a:off x="10702527" y="36960248"/>
            <a:ext cx="11931708" cy="1259919"/>
          </a:xfrm>
          <a:prstGeom prst="roundRect">
            <a:avLst/>
          </a:prstGeom>
          <a:solidFill>
            <a:srgbClr val="FAF8D1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3400" i="0" u="none" strike="noStrike" baseline="0" dirty="0">
                <a:latin typeface="Arial" panose="020B0604020202020204" pitchFamily="34" charset="0"/>
              </a:rPr>
              <a:t>Subacute window (91–365 days) shows the steepest rise in recurrence and mortality across both territories.</a:t>
            </a:r>
            <a:endParaRPr lang="en-US" sz="3400" dirty="0"/>
          </a:p>
        </p:txBody>
      </p:sp>
      <p:pic>
        <p:nvPicPr>
          <p:cNvPr id="236" name="Picture 235">
            <a:extLst>
              <a:ext uri="{FF2B5EF4-FFF2-40B4-BE49-F238E27FC236}">
                <a16:creationId xmlns:a16="http://schemas.microsoft.com/office/drawing/2014/main" id="{AC3910B2-7BE9-EB98-7D3C-B35FC36A947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8976" y="6172200"/>
            <a:ext cx="9604907" cy="7233775"/>
          </a:xfrm>
          <a:prstGeom prst="rect">
            <a:avLst/>
          </a:prstGeom>
        </p:spPr>
      </p:pic>
      <p:sp>
        <p:nvSpPr>
          <p:cNvPr id="237" name="TextBox 236">
            <a:extLst>
              <a:ext uri="{FF2B5EF4-FFF2-40B4-BE49-F238E27FC236}">
                <a16:creationId xmlns:a16="http://schemas.microsoft.com/office/drawing/2014/main" id="{4D39668A-9089-40C1-C2E8-98F5E198015E}"/>
              </a:ext>
            </a:extLst>
          </p:cNvPr>
          <p:cNvSpPr txBox="1"/>
          <p:nvPr/>
        </p:nvSpPr>
        <p:spPr>
          <a:xfrm>
            <a:off x="23039535" y="13487400"/>
            <a:ext cx="94917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Fig. 3. Calibration of TA-DT-DL model for stroke recurrence and mortality across four outcomes.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41" name="Table 0">
            <a:extLst>
              <a:ext uri="{FF2B5EF4-FFF2-40B4-BE49-F238E27FC236}">
                <a16:creationId xmlns:a16="http://schemas.microsoft.com/office/drawing/2014/main" id="{3E5119EE-66A2-FD64-FA7E-EB1BE3082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628752"/>
              </p:ext>
            </p:extLst>
          </p:nvPr>
        </p:nvGraphicFramePr>
        <p:xfrm>
          <a:off x="23038497" y="15271474"/>
          <a:ext cx="9727503" cy="3484272"/>
        </p:xfrm>
        <a:graphic>
          <a:graphicData uri="http://schemas.openxmlformats.org/drawingml/2006/table">
            <a:tbl>
              <a:tblPr/>
              <a:tblGrid>
                <a:gridCol w="2834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5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1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4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6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Performance Metric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TA-DT-DL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0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RNN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LSTM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Cox/LR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XGBoost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7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MAE  (percentage points)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1.2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1.4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1.44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8.99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38.04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5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Deviation from perfect calibration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(O/E = 1.0)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0.132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0.241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0.212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0.419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0.786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2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Mean AUC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0.642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0.730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0.651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0.743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0.763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2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Well-calibrated outcomes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(O/E 0.90–1.10)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4/8  (50%)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1/8  (12.5%)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2/8  (25%)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2/8  (25%)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0/8  (0%)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5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Acceptable outcomes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(O/E 0.80–1.20)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6/8  (75%)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5/8  (62.5%)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5/8  (62.5%)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3/8  (37.5%)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0/8  (0%)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9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Best performing outcomes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7/8  (87.5%)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1/8  (12.5%)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0/8  (0%)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2/8  (25%)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A1F36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0/8  (0%)</a:t>
                      </a:r>
                      <a:endParaRPr lang="en-US" sz="16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3" name="TextBox 242">
            <a:extLst>
              <a:ext uri="{FF2B5EF4-FFF2-40B4-BE49-F238E27FC236}">
                <a16:creationId xmlns:a16="http://schemas.microsoft.com/office/drawing/2014/main" id="{AE6A6DD5-1A2E-FAB8-6074-2629E8EF35DC}"/>
              </a:ext>
            </a:extLst>
          </p:cNvPr>
          <p:cNvSpPr txBox="1"/>
          <p:nvPr/>
        </p:nvSpPr>
        <p:spPr>
          <a:xfrm>
            <a:off x="23009271" y="14832226"/>
            <a:ext cx="9750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Table 2.  Performance comparison of TA-DT-DL with baseline, tabular, and deep models.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75AE4656-95E2-C002-6DDB-968C50EBC3AE}"/>
              </a:ext>
            </a:extLst>
          </p:cNvPr>
          <p:cNvGrpSpPr/>
          <p:nvPr/>
        </p:nvGrpSpPr>
        <p:grpSpPr>
          <a:xfrm>
            <a:off x="22618420" y="20045711"/>
            <a:ext cx="7151977" cy="680857"/>
            <a:chOff x="31479" y="7249106"/>
            <a:chExt cx="8174653" cy="907809"/>
          </a:xfrm>
        </p:grpSpPr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A96052ED-9411-7DA8-6FA8-E628C1221D3D}"/>
                </a:ext>
              </a:extLst>
            </p:cNvPr>
            <p:cNvSpPr txBox="1"/>
            <p:nvPr/>
          </p:nvSpPr>
          <p:spPr>
            <a:xfrm>
              <a:off x="31479" y="7249106"/>
              <a:ext cx="8174653" cy="882293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lvl="1">
                <a:spcAft>
                  <a:spcPts val="1350"/>
                </a:spcAft>
              </a:pPr>
              <a:r>
                <a:rPr lang="en-US" sz="4000" b="1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Patient-Level Trajectories</a:t>
              </a:r>
            </a:p>
          </p:txBody>
        </p: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0BC9AC73-0356-CB6F-150F-EFA33D029330}"/>
                </a:ext>
              </a:extLst>
            </p:cNvPr>
            <p:cNvCxnSpPr>
              <a:cxnSpLocks/>
            </p:cNvCxnSpPr>
            <p:nvPr/>
          </p:nvCxnSpPr>
          <p:spPr>
            <a:xfrm>
              <a:off x="523709" y="8104244"/>
              <a:ext cx="7256074" cy="52671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0" name="Shape 4">
            <a:extLst>
              <a:ext uri="{FF2B5EF4-FFF2-40B4-BE49-F238E27FC236}">
                <a16:creationId xmlns:a16="http://schemas.microsoft.com/office/drawing/2014/main" id="{020A7F86-C37D-92B7-D420-8D06BB49A239}"/>
              </a:ext>
            </a:extLst>
          </p:cNvPr>
          <p:cNvSpPr/>
          <p:nvPr/>
        </p:nvSpPr>
        <p:spPr>
          <a:xfrm>
            <a:off x="23048721" y="18928081"/>
            <a:ext cx="9707786" cy="103632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1" name="Shape 5">
            <a:extLst>
              <a:ext uri="{FF2B5EF4-FFF2-40B4-BE49-F238E27FC236}">
                <a16:creationId xmlns:a16="http://schemas.microsoft.com/office/drawing/2014/main" id="{A127C85D-E1EC-6714-CFCA-040E03B745CB}"/>
              </a:ext>
            </a:extLst>
          </p:cNvPr>
          <p:cNvSpPr/>
          <p:nvPr/>
        </p:nvSpPr>
        <p:spPr>
          <a:xfrm>
            <a:off x="23038497" y="18897600"/>
            <a:ext cx="9727504" cy="381000"/>
          </a:xfrm>
          <a:prstGeom prst="rect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INSIGHT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81DEAD83-A480-BAC0-C20F-73CE08D9C9B6}"/>
              </a:ext>
            </a:extLst>
          </p:cNvPr>
          <p:cNvSpPr txBox="1"/>
          <p:nvPr/>
        </p:nvSpPr>
        <p:spPr>
          <a:xfrm>
            <a:off x="23004530" y="19261579"/>
            <a:ext cx="95544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TA-DT-DL achieves the lowest calibration error (1.2 pp) and the most stable O/E range, discrimination is not enough for clinical deployment.</a:t>
            </a:r>
          </a:p>
        </p:txBody>
      </p:sp>
      <p:pic>
        <p:nvPicPr>
          <p:cNvPr id="258" name="Picture 257">
            <a:extLst>
              <a:ext uri="{FF2B5EF4-FFF2-40B4-BE49-F238E27FC236}">
                <a16:creationId xmlns:a16="http://schemas.microsoft.com/office/drawing/2014/main" id="{1603AC1D-40EC-2203-9668-B5FDB14C88E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3665" y="26638323"/>
            <a:ext cx="9588993" cy="5060877"/>
          </a:xfrm>
          <a:prstGeom prst="rect">
            <a:avLst/>
          </a:prstGeom>
        </p:spPr>
      </p:pic>
      <p:sp>
        <p:nvSpPr>
          <p:cNvPr id="260" name="TextBox 259">
            <a:extLst>
              <a:ext uri="{FF2B5EF4-FFF2-40B4-BE49-F238E27FC236}">
                <a16:creationId xmlns:a16="http://schemas.microsoft.com/office/drawing/2014/main" id="{88B5EFFF-6C2C-E2B0-EF0E-ABC1DCC482F9}"/>
              </a:ext>
            </a:extLst>
          </p:cNvPr>
          <p:cNvSpPr txBox="1"/>
          <p:nvPr/>
        </p:nvSpPr>
        <p:spPr>
          <a:xfrm>
            <a:off x="22879350" y="26146170"/>
            <a:ext cx="9595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Fig. 4.  Individual high-recurrence risk trajectories with illustrative patient-level cases.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BD86929F-18CA-3F3A-0BD8-0B6876D34440}"/>
              </a:ext>
            </a:extLst>
          </p:cNvPr>
          <p:cNvSpPr txBox="1"/>
          <p:nvPr/>
        </p:nvSpPr>
        <p:spPr>
          <a:xfrm>
            <a:off x="22879350" y="31763101"/>
            <a:ext cx="95955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Fig. 5.  Individual low-recurrence risk trajectories with illustrative patient-level cases.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AA7BEE-E2E1-00BA-FA54-B83B001811A5}"/>
              </a:ext>
            </a:extLst>
          </p:cNvPr>
          <p:cNvGrpSpPr/>
          <p:nvPr/>
        </p:nvGrpSpPr>
        <p:grpSpPr>
          <a:xfrm>
            <a:off x="22668820" y="32156400"/>
            <a:ext cx="5787055" cy="661720"/>
            <a:chOff x="-57964" y="7257858"/>
            <a:chExt cx="7716073" cy="88229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F6907B1-95A1-D9B8-B7B6-DC94DF178A0D}"/>
                </a:ext>
              </a:extLst>
            </p:cNvPr>
            <p:cNvSpPr txBox="1"/>
            <p:nvPr/>
          </p:nvSpPr>
          <p:spPr>
            <a:xfrm>
              <a:off x="-57964" y="7257858"/>
              <a:ext cx="7368517" cy="882293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lvl="1">
                <a:spcAft>
                  <a:spcPts val="1350"/>
                </a:spcAft>
              </a:pPr>
              <a:r>
                <a:rPr lang="en-US" sz="4000" b="1" dirty="0"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Clinical Significance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DEF1ED0-7B7A-2C64-1567-BA023E6447D6}"/>
                </a:ext>
              </a:extLst>
            </p:cNvPr>
            <p:cNvCxnSpPr>
              <a:cxnSpLocks/>
            </p:cNvCxnSpPr>
            <p:nvPr/>
          </p:nvCxnSpPr>
          <p:spPr>
            <a:xfrm>
              <a:off x="669676" y="8140151"/>
              <a:ext cx="6988433" cy="0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9" name="Shape 5">
            <a:extLst>
              <a:ext uri="{FF2B5EF4-FFF2-40B4-BE49-F238E27FC236}">
                <a16:creationId xmlns:a16="http://schemas.microsoft.com/office/drawing/2014/main" id="{D2464341-60D1-3F87-5709-201E7EA047A6}"/>
              </a:ext>
            </a:extLst>
          </p:cNvPr>
          <p:cNvSpPr/>
          <p:nvPr/>
        </p:nvSpPr>
        <p:spPr>
          <a:xfrm>
            <a:off x="23169209" y="32956492"/>
            <a:ext cx="4385660" cy="952508"/>
          </a:xfrm>
          <a:prstGeom prst="rect">
            <a:avLst/>
          </a:prstGeom>
          <a:solidFill>
            <a:schemeClr val="tx1"/>
          </a:solidFill>
          <a:ln w="19050">
            <a:noFill/>
            <a:prstDash val="solid"/>
          </a:ln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Personalized Follow-Up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Territory Specific Care</a:t>
            </a:r>
            <a:endParaRPr lang="en-US" sz="2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73" name="Shape 5">
            <a:extLst>
              <a:ext uri="{FF2B5EF4-FFF2-40B4-BE49-F238E27FC236}">
                <a16:creationId xmlns:a16="http://schemas.microsoft.com/office/drawing/2014/main" id="{55729795-C5DB-4437-C86B-54FE141D72F1}"/>
              </a:ext>
            </a:extLst>
          </p:cNvPr>
          <p:cNvSpPr/>
          <p:nvPr/>
        </p:nvSpPr>
        <p:spPr>
          <a:xfrm>
            <a:off x="27813000" y="32925063"/>
            <a:ext cx="4653303" cy="952508"/>
          </a:xfrm>
          <a:prstGeom prst="rect">
            <a:avLst/>
          </a:prstGeom>
          <a:solidFill>
            <a:srgbClr val="7A0019"/>
          </a:solidFill>
          <a:ln w="19050">
            <a:noFill/>
            <a:prstDash val="solid"/>
          </a:ln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5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Subacute-Phase Vigilance</a:t>
            </a:r>
            <a:endParaRPr lang="en-US" sz="2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Reliable Probabilities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BBAD178-7949-B810-0776-FF7558179734}"/>
              </a:ext>
            </a:extLst>
          </p:cNvPr>
          <p:cNvSpPr txBox="1"/>
          <p:nvPr/>
        </p:nvSpPr>
        <p:spPr>
          <a:xfrm>
            <a:off x="24278398" y="37929860"/>
            <a:ext cx="8245157" cy="459700"/>
          </a:xfrm>
          <a:prstGeom prst="roundRect">
            <a:avLst/>
          </a:prstGeom>
          <a:noFill/>
          <a:ln w="3175">
            <a:noFill/>
          </a:ln>
        </p:spPr>
        <p:txBody>
          <a:bodyPr wrap="square" lIns="0" tIns="0" rIns="0" rtlCol="0">
            <a:spAutoFit/>
          </a:bodyPr>
          <a:lstStyle/>
          <a:p>
            <a:pPr lvl="1" algn="r">
              <a:spcAft>
                <a:spcPts val="1350"/>
              </a:spcAft>
            </a:pPr>
            <a:r>
              <a:rPr lang="en-US" sz="2400" b="1" dirty="0">
                <a:latin typeface="+mj-lt"/>
                <a:ea typeface="Arial" charset="0"/>
                <a:cs typeface="Arial" panose="020B0604020202020204" pitchFamily="34" charset="0"/>
              </a:rPr>
              <a:t>From the </a:t>
            </a:r>
            <a:r>
              <a:rPr lang="en-US" sz="2400" b="1" u="sng" dirty="0">
                <a:latin typeface="+mj-lt"/>
                <a:ea typeface="Arial" charset="0"/>
                <a:cs typeface="Arial" panose="020B0604020202020204" pitchFamily="34" charset="0"/>
              </a:rPr>
              <a:t>I</a:t>
            </a:r>
            <a:r>
              <a:rPr lang="en-US" sz="2400" b="1" dirty="0">
                <a:latin typeface="+mj-lt"/>
                <a:ea typeface="Arial" charset="0"/>
                <a:cs typeface="Arial" panose="020B0604020202020204" pitchFamily="34" charset="0"/>
              </a:rPr>
              <a:t>ntelligent </a:t>
            </a:r>
            <a:r>
              <a:rPr lang="en-US" sz="2400" b="1" u="sng" dirty="0">
                <a:solidFill>
                  <a:srgbClr val="7A0019"/>
                </a:solidFill>
                <a:latin typeface="+mj-lt"/>
                <a:ea typeface="Arial" charset="0"/>
                <a:cs typeface="Arial" panose="020B0604020202020204" pitchFamily="34" charset="0"/>
              </a:rPr>
              <a:t>D</a:t>
            </a:r>
            <a:r>
              <a:rPr lang="en-US" sz="2400" b="1" dirty="0">
                <a:latin typeface="+mj-lt"/>
                <a:ea typeface="Arial" charset="0"/>
                <a:cs typeface="Arial" panose="020B0604020202020204" pitchFamily="34" charset="0"/>
              </a:rPr>
              <a:t>ata </a:t>
            </a:r>
            <a:r>
              <a:rPr lang="en-US" sz="2400" b="1" u="sng" dirty="0">
                <a:latin typeface="+mj-lt"/>
                <a:ea typeface="Arial" charset="0"/>
                <a:cs typeface="Arial" panose="020B0604020202020204" pitchFamily="34" charset="0"/>
              </a:rPr>
              <a:t>A</a:t>
            </a:r>
            <a:r>
              <a:rPr lang="en-US" sz="2400" b="1" dirty="0">
                <a:latin typeface="+mj-lt"/>
                <a:ea typeface="Arial" charset="0"/>
                <a:cs typeface="Arial" panose="020B0604020202020204" pitchFamily="34" charset="0"/>
              </a:rPr>
              <a:t>nalytics and </a:t>
            </a:r>
            <a:r>
              <a:rPr lang="en-US" sz="2400" b="1" u="sng" dirty="0">
                <a:solidFill>
                  <a:srgbClr val="7A0019"/>
                </a:solidFill>
                <a:latin typeface="+mj-lt"/>
                <a:ea typeface="Arial" charset="0"/>
                <a:cs typeface="Arial" panose="020B0604020202020204" pitchFamily="34" charset="0"/>
              </a:rPr>
              <a:t>Q</a:t>
            </a:r>
            <a:r>
              <a:rPr lang="en-US" sz="2400" b="1" dirty="0">
                <a:latin typeface="+mj-lt"/>
                <a:ea typeface="Arial" charset="0"/>
                <a:cs typeface="Arial" panose="020B0604020202020204" pitchFamily="34" charset="0"/>
              </a:rPr>
              <a:t>uantum (</a:t>
            </a:r>
            <a:r>
              <a:rPr lang="en-US" sz="2400" b="1" dirty="0" err="1">
                <a:solidFill>
                  <a:srgbClr val="7A0019"/>
                </a:solidFill>
                <a:latin typeface="+mj-lt"/>
                <a:ea typeface="Arial" charset="0"/>
                <a:cs typeface="Arial" panose="020B0604020202020204" pitchFamily="34" charset="0"/>
              </a:rPr>
              <a:t>i</a:t>
            </a:r>
            <a:r>
              <a:rPr lang="en-US" sz="2400" b="1" dirty="0" err="1">
                <a:latin typeface="+mj-lt"/>
                <a:ea typeface="Arial" charset="0"/>
                <a:cs typeface="Arial" panose="020B0604020202020204" pitchFamily="34" charset="0"/>
              </a:rPr>
              <a:t>DAQ</a:t>
            </a:r>
            <a:r>
              <a:rPr lang="en-US" sz="2400" b="1" dirty="0">
                <a:latin typeface="+mj-lt"/>
                <a:ea typeface="Arial" charset="0"/>
                <a:cs typeface="Arial" panose="020B0604020202020204" pitchFamily="34" charset="0"/>
              </a:rPr>
              <a:t>) Lab</a:t>
            </a:r>
          </a:p>
        </p:txBody>
      </p:sp>
    </p:spTree>
    <p:extLst>
      <p:ext uri="{BB962C8B-B14F-4D97-AF65-F5344CB8AC3E}">
        <p14:creationId xmlns:p14="http://schemas.microsoft.com/office/powerpoint/2010/main" val="3490554068"/>
      </p:ext>
    </p:extLst>
  </p:cSld>
  <p:clrMapOvr>
    <a:masterClrMapping/>
  </p:clrMapOvr>
</p:sld>
</file>

<file path=ppt/theme/theme1.xml><?xml version="1.0" encoding="utf-8"?>
<a:theme xmlns:a="http://schemas.openxmlformats.org/drawingml/2006/main" name="MizzouColors">
  <a:themeElements>
    <a:clrScheme name="Office">
      <a:dk1>
        <a:srgbClr val="000000"/>
      </a:dk1>
      <a:lt1>
        <a:srgbClr val="FFFFFF"/>
      </a:lt1>
      <a:dk2>
        <a:srgbClr val="FDB719"/>
      </a:dk2>
      <a:lt2>
        <a:srgbClr val="D4D4D4"/>
      </a:lt2>
      <a:accent1>
        <a:srgbClr val="7F4A0F"/>
      </a:accent1>
      <a:accent2>
        <a:srgbClr val="4A596E"/>
      </a:accent2>
      <a:accent3>
        <a:srgbClr val="6E0026"/>
      </a:accent3>
      <a:accent4>
        <a:srgbClr val="EF553F"/>
      </a:accent4>
      <a:accent5>
        <a:srgbClr val="008486"/>
      </a:accent5>
      <a:accent6>
        <a:srgbClr val="453D3F"/>
      </a:accent6>
      <a:hlink>
        <a:srgbClr val="99CECF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U-BrandedTemplate-ResearchPoster-1" id="{2589A170-278A-6242-8F2B-5479B5EF6177}" vid="{70F18D1E-105B-1D43-A9FC-38320EF0FC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E19D1F250E694BAAD8C54BFD6B67B2" ma:contentTypeVersion="19" ma:contentTypeDescription="Create a new document." ma:contentTypeScope="" ma:versionID="bfb456dbba9731329b7893c6e3da8bb1">
  <xsd:schema xmlns:xsd="http://www.w3.org/2001/XMLSchema" xmlns:xs="http://www.w3.org/2001/XMLSchema" xmlns:p="http://schemas.microsoft.com/office/2006/metadata/properties" xmlns:ns2="8f59010d-bfae-4690-b442-17aac1929a53" xmlns:ns3="4e822213-79e0-466b-8a07-6ccb94f3e524" targetNamespace="http://schemas.microsoft.com/office/2006/metadata/properties" ma:root="true" ma:fieldsID="e6d68caea3b60645aec81411a6c435e7" ns2:_="" ns3:_="">
    <xsd:import namespace="8f59010d-bfae-4690-b442-17aac1929a53"/>
    <xsd:import namespace="4e822213-79e0-466b-8a07-6ccb94f3e5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59010d-bfae-4690-b442-17aac1929a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3e20e570-3a27-4eff-9ea0-d3488a33fb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822213-79e0-466b-8a07-6ccb94f3e52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ec45b42-71d2-42b2-82cb-677ce56ef8ee}" ma:internalName="TaxCatchAll" ma:showField="CatchAllData" ma:web="4e822213-79e0-466b-8a07-6ccb94f3e5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e822213-79e0-466b-8a07-6ccb94f3e524" xsi:nil="true"/>
    <lcf76f155ced4ddcb4097134ff3c332f xmlns="8f59010d-bfae-4690-b442-17aac1929a53">
      <Terms xmlns="http://schemas.microsoft.com/office/infopath/2007/PartnerControls"/>
    </lcf76f155ced4ddcb4097134ff3c332f>
    <SharedWithUsers xmlns="4e822213-79e0-466b-8a07-6ccb94f3e524">
      <UserInfo>
        <DisplayName>Norton, Jaliah (MU-Student)</DisplayName>
        <AccountId>8460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406966-C9F5-4441-82B2-81DF660F18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59010d-bfae-4690-b442-17aac1929a53"/>
    <ds:schemaRef ds:uri="4e822213-79e0-466b-8a07-6ccb94f3e5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A80934F-E0C9-4D79-B126-33D6735CE8DA}">
  <ds:schemaRefs>
    <ds:schemaRef ds:uri="http://schemas.openxmlformats.org/package/2006/metadata/core-properties"/>
    <ds:schemaRef ds:uri="http://purl.org/dc/terms/"/>
    <ds:schemaRef ds:uri="http://purl.org/dc/dcmitype/"/>
    <ds:schemaRef ds:uri="4e822213-79e0-466b-8a07-6ccb94f3e524"/>
    <ds:schemaRef ds:uri="8f59010d-bfae-4690-b442-17aac1929a53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218E6E6-F52C-447B-912B-40C10286781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MU-BrandedTemplate-ResearchPoster-1</Template>
  <TotalTime>5422</TotalTime>
  <Words>1015</Words>
  <Application>Microsoft Office PowerPoint</Application>
  <PresentationFormat>Custom</PresentationFormat>
  <Paragraphs>163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Cambria Math</vt:lpstr>
      <vt:lpstr>Montserrat</vt:lpstr>
      <vt:lpstr>Montserrat Medium</vt:lpstr>
      <vt:lpstr>Morganite Medium</vt:lpstr>
      <vt:lpstr>Satoshi</vt:lpstr>
      <vt:lpstr>Wingdings</vt:lpstr>
      <vt:lpstr>MizzouColors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Dey, Samrat Kumar (MU-Student)</dc:creator>
  <cp:lastModifiedBy>Prosenjit mondol</cp:lastModifiedBy>
  <cp:revision>4</cp:revision>
  <cp:lastPrinted>2018-02-13T15:48:41Z</cp:lastPrinted>
  <dcterms:created xsi:type="dcterms:W3CDTF">2026-03-23T03:14:50Z</dcterms:created>
  <dcterms:modified xsi:type="dcterms:W3CDTF">2026-09-13T16:53:48Z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0x010100D0E19D1F250E694BAAD8C54BFD6B67B2</vt:lpwstr>
  </property>
  <property fmtid="{D5CDD505-2E9C-101B-9397-08002B2CF9AE}" pid="3" name="MediaServiceImageTags">
    <vt:lpwstr/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</Properties>
</file>